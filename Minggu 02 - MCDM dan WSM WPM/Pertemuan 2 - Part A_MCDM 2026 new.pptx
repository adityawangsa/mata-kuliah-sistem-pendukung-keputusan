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65" r:id="rId2"/>
    <p:sldId id="280" r:id="rId3"/>
    <p:sldId id="284" r:id="rId4"/>
    <p:sldId id="279" r:id="rId5"/>
    <p:sldId id="281" r:id="rId6"/>
    <p:sldId id="291" r:id="rId7"/>
    <p:sldId id="282" r:id="rId8"/>
    <p:sldId id="283" r:id="rId9"/>
    <p:sldId id="257" r:id="rId10"/>
    <p:sldId id="258" r:id="rId11"/>
    <p:sldId id="292" r:id="rId12"/>
    <p:sldId id="285" r:id="rId13"/>
    <p:sldId id="288" r:id="rId14"/>
    <p:sldId id="286" r:id="rId15"/>
    <p:sldId id="287" r:id="rId16"/>
    <p:sldId id="262" r:id="rId17"/>
    <p:sldId id="290" r:id="rId18"/>
    <p:sldId id="261" r:id="rId19"/>
    <p:sldId id="263" r:id="rId20"/>
    <p:sldId id="266" r:id="rId21"/>
    <p:sldId id="264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F43"/>
    <a:srgbClr val="FEBF12"/>
    <a:srgbClr val="F154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4"/>
    <p:restoredTop sz="94619"/>
  </p:normalViewPr>
  <p:slideViewPr>
    <p:cSldViewPr snapToGrid="0" snapToObjects="1">
      <p:cViewPr varScale="1">
        <p:scale>
          <a:sx n="67" d="100"/>
          <a:sy n="67" d="100"/>
        </p:scale>
        <p:origin x="7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BCCF20-AAC0-0049-8380-70D893BDB5ED}" type="doc">
      <dgm:prSet loTypeId="urn:microsoft.com/office/officeart/2005/8/layout/hierarchy2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2ADAEE-F5BF-2346-A295-9B4AC49CBC8B}">
      <dgm:prSet phldrT="[Text]"/>
      <dgm:spPr/>
      <dgm:t>
        <a:bodyPr/>
        <a:lstStyle/>
        <a:p>
          <a:r>
            <a:rPr lang="en-US" dirty="0"/>
            <a:t>MCDM</a:t>
          </a:r>
        </a:p>
      </dgm:t>
    </dgm:pt>
    <dgm:pt modelId="{D8E091E3-3856-0941-A17C-4C00879EBBF7}" type="parTrans" cxnId="{04E843BC-65E3-0942-9047-C459D6D92CD5}">
      <dgm:prSet/>
      <dgm:spPr/>
      <dgm:t>
        <a:bodyPr/>
        <a:lstStyle/>
        <a:p>
          <a:endParaRPr lang="en-US"/>
        </a:p>
      </dgm:t>
    </dgm:pt>
    <dgm:pt modelId="{0607C351-0CB0-C043-8F15-0877ED974AB6}" type="sibTrans" cxnId="{04E843BC-65E3-0942-9047-C459D6D92CD5}">
      <dgm:prSet/>
      <dgm:spPr/>
      <dgm:t>
        <a:bodyPr/>
        <a:lstStyle/>
        <a:p>
          <a:endParaRPr lang="en-US"/>
        </a:p>
      </dgm:t>
    </dgm:pt>
    <dgm:pt modelId="{3F750162-A144-5346-B50C-D9A867036D7A}">
      <dgm:prSet phldrT="[Text]"/>
      <dgm:spPr/>
      <dgm:t>
        <a:bodyPr/>
        <a:lstStyle/>
        <a:p>
          <a:r>
            <a:rPr lang="en-US" dirty="0"/>
            <a:t>MADM</a:t>
          </a:r>
        </a:p>
      </dgm:t>
    </dgm:pt>
    <dgm:pt modelId="{0A924EF5-2809-0046-A317-76E916211DF9}" type="parTrans" cxnId="{7E791CC7-6C1B-7345-8BD6-64654730F944}">
      <dgm:prSet/>
      <dgm:spPr/>
      <dgm:t>
        <a:bodyPr/>
        <a:lstStyle/>
        <a:p>
          <a:endParaRPr lang="en-US"/>
        </a:p>
      </dgm:t>
    </dgm:pt>
    <dgm:pt modelId="{0ED6EF12-9F29-694F-B51D-A73E25B2B531}" type="sibTrans" cxnId="{7E791CC7-6C1B-7345-8BD6-64654730F944}">
      <dgm:prSet/>
      <dgm:spPr/>
      <dgm:t>
        <a:bodyPr/>
        <a:lstStyle/>
        <a:p>
          <a:endParaRPr lang="en-US"/>
        </a:p>
      </dgm:t>
    </dgm:pt>
    <dgm:pt modelId="{0B9367DB-FD78-AB41-A830-F09AA9741639}">
      <dgm:prSet phldrT="[Text]"/>
      <dgm:spPr/>
      <dgm:t>
        <a:bodyPr/>
        <a:lstStyle/>
        <a:p>
          <a:r>
            <a:rPr lang="en-US" dirty="0"/>
            <a:t>MODM</a:t>
          </a:r>
        </a:p>
      </dgm:t>
    </dgm:pt>
    <dgm:pt modelId="{21CB418A-400E-C94A-B483-443C3A99CC64}" type="parTrans" cxnId="{21457376-FAD2-5E40-A871-7D7C08657068}">
      <dgm:prSet/>
      <dgm:spPr/>
      <dgm:t>
        <a:bodyPr/>
        <a:lstStyle/>
        <a:p>
          <a:endParaRPr lang="en-US"/>
        </a:p>
      </dgm:t>
    </dgm:pt>
    <dgm:pt modelId="{489E406E-8E17-EF4B-9803-B8E1F42D5DBF}" type="sibTrans" cxnId="{21457376-FAD2-5E40-A871-7D7C08657068}">
      <dgm:prSet/>
      <dgm:spPr/>
      <dgm:t>
        <a:bodyPr/>
        <a:lstStyle/>
        <a:p>
          <a:endParaRPr lang="en-US"/>
        </a:p>
      </dgm:t>
    </dgm:pt>
    <dgm:pt modelId="{6900DFD5-D7BA-724E-9FE6-216460F17D49}">
      <dgm:prSet phldrT="[Text]"/>
      <dgm:spPr/>
      <dgm:t>
        <a:bodyPr/>
        <a:lstStyle/>
        <a:p>
          <a:r>
            <a:rPr lang="en-US" dirty="0"/>
            <a:t>Evaluating</a:t>
          </a:r>
        </a:p>
      </dgm:t>
    </dgm:pt>
    <dgm:pt modelId="{4C35BB39-A5A8-AC4E-AE5C-3E70B6448D2A}" type="parTrans" cxnId="{C5A3FD10-6724-864B-ADE6-A86D8ADAA470}">
      <dgm:prSet/>
      <dgm:spPr/>
      <dgm:t>
        <a:bodyPr/>
        <a:lstStyle/>
        <a:p>
          <a:endParaRPr lang="en-US"/>
        </a:p>
      </dgm:t>
    </dgm:pt>
    <dgm:pt modelId="{FFAFF70C-0F27-0B41-BE3C-A60548E0B788}" type="sibTrans" cxnId="{C5A3FD10-6724-864B-ADE6-A86D8ADAA470}">
      <dgm:prSet/>
      <dgm:spPr/>
      <dgm:t>
        <a:bodyPr/>
        <a:lstStyle/>
        <a:p>
          <a:endParaRPr lang="en-US"/>
        </a:p>
      </dgm:t>
    </dgm:pt>
    <dgm:pt modelId="{9CF363B2-9E41-9446-A32B-6E9C51425CCB}">
      <dgm:prSet phldrT="[Text]"/>
      <dgm:spPr/>
      <dgm:t>
        <a:bodyPr/>
        <a:lstStyle/>
        <a:p>
          <a:r>
            <a:rPr lang="en-US" dirty="0"/>
            <a:t>Weighting</a:t>
          </a:r>
        </a:p>
      </dgm:t>
    </dgm:pt>
    <dgm:pt modelId="{C1D63A18-F020-3F4B-9737-EF47E9AF81FF}" type="parTrans" cxnId="{2C32AE67-E4FE-0841-B077-83ED79678D3D}">
      <dgm:prSet/>
      <dgm:spPr/>
      <dgm:t>
        <a:bodyPr/>
        <a:lstStyle/>
        <a:p>
          <a:endParaRPr lang="en-US"/>
        </a:p>
      </dgm:t>
    </dgm:pt>
    <dgm:pt modelId="{A58C458B-E5F8-B144-898B-00A25E7D721F}" type="sibTrans" cxnId="{2C32AE67-E4FE-0841-B077-83ED79678D3D}">
      <dgm:prSet/>
      <dgm:spPr/>
      <dgm:t>
        <a:bodyPr/>
        <a:lstStyle/>
        <a:p>
          <a:endParaRPr lang="en-US"/>
        </a:p>
      </dgm:t>
    </dgm:pt>
    <dgm:pt modelId="{4A79A863-3FA9-844A-9393-471F3DB463B2}">
      <dgm:prSet phldrT="[Text]"/>
      <dgm:spPr/>
      <dgm:t>
        <a:bodyPr/>
        <a:lstStyle/>
        <a:p>
          <a:r>
            <a:rPr lang="en-US" dirty="0"/>
            <a:t>Normalization</a:t>
          </a:r>
        </a:p>
      </dgm:t>
    </dgm:pt>
    <dgm:pt modelId="{0114893B-987A-A747-8CD6-B2F5D9D15F4D}" type="parTrans" cxnId="{51DBBEFF-AFBC-584B-8621-3BB8DDCE14CA}">
      <dgm:prSet/>
      <dgm:spPr/>
      <dgm:t>
        <a:bodyPr/>
        <a:lstStyle/>
        <a:p>
          <a:endParaRPr lang="en-US"/>
        </a:p>
      </dgm:t>
    </dgm:pt>
    <dgm:pt modelId="{AA663C20-0B6A-7E4D-84B4-D836C0D8B5F6}" type="sibTrans" cxnId="{51DBBEFF-AFBC-584B-8621-3BB8DDCE14CA}">
      <dgm:prSet/>
      <dgm:spPr/>
      <dgm:t>
        <a:bodyPr/>
        <a:lstStyle/>
        <a:p>
          <a:endParaRPr lang="en-US"/>
        </a:p>
      </dgm:t>
    </dgm:pt>
    <dgm:pt modelId="{8DE15641-9A7C-8F47-9C69-6A4A832E7AF8}">
      <dgm:prSet phldrT="[Text]"/>
      <dgm:spPr/>
      <dgm:t>
        <a:bodyPr/>
        <a:lstStyle/>
        <a:p>
          <a:r>
            <a:rPr lang="en-US" dirty="0"/>
            <a:t>Multi-attributes Utility Analysis</a:t>
          </a:r>
        </a:p>
      </dgm:t>
    </dgm:pt>
    <dgm:pt modelId="{DFAAA258-0B1A-FA43-B11A-7BD19DD28F09}" type="parTrans" cxnId="{BBA4D39C-720C-D047-9BCC-DCD22FF67481}">
      <dgm:prSet/>
      <dgm:spPr/>
      <dgm:t>
        <a:bodyPr/>
        <a:lstStyle/>
        <a:p>
          <a:endParaRPr lang="en-US"/>
        </a:p>
      </dgm:t>
    </dgm:pt>
    <dgm:pt modelId="{072BC81C-6F9E-EC4A-8BDA-5E5BFCA17916}" type="sibTrans" cxnId="{BBA4D39C-720C-D047-9BCC-DCD22FF67481}">
      <dgm:prSet/>
      <dgm:spPr/>
      <dgm:t>
        <a:bodyPr/>
        <a:lstStyle/>
        <a:p>
          <a:endParaRPr lang="en-US"/>
        </a:p>
      </dgm:t>
    </dgm:pt>
    <dgm:pt modelId="{D1E6FF29-63A3-FB4A-89AE-1E198BCFA3EC}">
      <dgm:prSet/>
      <dgm:spPr/>
      <dgm:t>
        <a:bodyPr/>
        <a:lstStyle/>
        <a:p>
          <a:r>
            <a:rPr lang="en-US" dirty="0"/>
            <a:t>Goal Programming</a:t>
          </a:r>
        </a:p>
      </dgm:t>
    </dgm:pt>
    <dgm:pt modelId="{E77E8F18-E4AB-274F-8C85-7683AD0EC875}" type="parTrans" cxnId="{8FAEE6AC-8030-824C-9387-9F83690B027B}">
      <dgm:prSet/>
      <dgm:spPr/>
      <dgm:t>
        <a:bodyPr/>
        <a:lstStyle/>
        <a:p>
          <a:endParaRPr lang="en-US"/>
        </a:p>
      </dgm:t>
    </dgm:pt>
    <dgm:pt modelId="{AB7B7739-C562-7443-B21C-A8B5D724993D}" type="sibTrans" cxnId="{8FAEE6AC-8030-824C-9387-9F83690B027B}">
      <dgm:prSet/>
      <dgm:spPr/>
      <dgm:t>
        <a:bodyPr/>
        <a:lstStyle/>
        <a:p>
          <a:endParaRPr lang="en-US"/>
        </a:p>
      </dgm:t>
    </dgm:pt>
    <dgm:pt modelId="{6ED15A8B-72EE-044D-8490-7C68CCCD10A3}">
      <dgm:prSet/>
      <dgm:spPr/>
      <dgm:t>
        <a:bodyPr/>
        <a:lstStyle/>
        <a:p>
          <a:r>
            <a:rPr lang="en-US" dirty="0"/>
            <a:t>Genetic Algorithm (GA) dan Neural Network (NN)</a:t>
          </a:r>
        </a:p>
      </dgm:t>
    </dgm:pt>
    <dgm:pt modelId="{FF62EC57-0C1B-1749-9BE4-B7D908A12A3F}" type="parTrans" cxnId="{43057325-267E-6B49-8327-654F949AC243}">
      <dgm:prSet/>
      <dgm:spPr/>
      <dgm:t>
        <a:bodyPr/>
        <a:lstStyle/>
        <a:p>
          <a:endParaRPr lang="en-US"/>
        </a:p>
      </dgm:t>
    </dgm:pt>
    <dgm:pt modelId="{3A8AC33E-9902-5241-B273-21D2BE74F04F}" type="sibTrans" cxnId="{43057325-267E-6B49-8327-654F949AC243}">
      <dgm:prSet/>
      <dgm:spPr/>
      <dgm:t>
        <a:bodyPr/>
        <a:lstStyle/>
        <a:p>
          <a:endParaRPr lang="en-US"/>
        </a:p>
      </dgm:t>
    </dgm:pt>
    <dgm:pt modelId="{128BD423-3C13-7C45-9B93-2A4EDC2C801E}">
      <dgm:prSet/>
      <dgm:spPr/>
      <dgm:t>
        <a:bodyPr/>
        <a:lstStyle/>
        <a:p>
          <a:r>
            <a:rPr lang="en-US" dirty="0"/>
            <a:t>DEMATEL, ISM, SEM</a:t>
          </a:r>
        </a:p>
      </dgm:t>
    </dgm:pt>
    <dgm:pt modelId="{EC110C41-E955-EB43-8718-8F1679881B31}" type="parTrans" cxnId="{E33C5AC5-6369-0B4F-B951-A6AA7652349F}">
      <dgm:prSet/>
      <dgm:spPr/>
      <dgm:t>
        <a:bodyPr/>
        <a:lstStyle/>
        <a:p>
          <a:endParaRPr lang="en-US"/>
        </a:p>
      </dgm:t>
    </dgm:pt>
    <dgm:pt modelId="{FD45A932-DC01-8542-B988-03A232001EBA}" type="sibTrans" cxnId="{E33C5AC5-6369-0B4F-B951-A6AA7652349F}">
      <dgm:prSet/>
      <dgm:spPr/>
      <dgm:t>
        <a:bodyPr/>
        <a:lstStyle/>
        <a:p>
          <a:endParaRPr lang="en-US"/>
        </a:p>
      </dgm:t>
    </dgm:pt>
    <dgm:pt modelId="{CE355AA0-0C3C-5040-A60F-D9A7FBB5153B}">
      <dgm:prSet/>
      <dgm:spPr/>
      <dgm:t>
        <a:bodyPr/>
        <a:lstStyle/>
        <a:p>
          <a:r>
            <a:rPr lang="en-US" dirty="0"/>
            <a:t>ANP, AHP, NN Weighting</a:t>
          </a:r>
        </a:p>
      </dgm:t>
    </dgm:pt>
    <dgm:pt modelId="{206A9152-A9FA-E547-80E7-FCD6299F2276}" type="parTrans" cxnId="{EAAEEF51-4679-7541-AB2D-7699EEB0B2BA}">
      <dgm:prSet/>
      <dgm:spPr/>
      <dgm:t>
        <a:bodyPr/>
        <a:lstStyle/>
        <a:p>
          <a:endParaRPr lang="en-US"/>
        </a:p>
      </dgm:t>
    </dgm:pt>
    <dgm:pt modelId="{1372D002-373A-6442-99AD-6753D4868B77}" type="sibTrans" cxnId="{EAAEEF51-4679-7541-AB2D-7699EEB0B2BA}">
      <dgm:prSet/>
      <dgm:spPr/>
      <dgm:t>
        <a:bodyPr/>
        <a:lstStyle/>
        <a:p>
          <a:endParaRPr lang="en-US"/>
        </a:p>
      </dgm:t>
    </dgm:pt>
    <dgm:pt modelId="{921CE07E-25F3-7745-A5C6-96035E5264FA}">
      <dgm:prSet/>
      <dgm:spPr/>
      <dgm:t>
        <a:bodyPr/>
        <a:lstStyle/>
        <a:p>
          <a:r>
            <a:rPr lang="en-US" dirty="0"/>
            <a:t>Additive</a:t>
          </a:r>
        </a:p>
      </dgm:t>
    </dgm:pt>
    <dgm:pt modelId="{9C178352-009E-A14E-8AD3-5F2E4212FA04}" type="parTrans" cxnId="{F744D77B-37BD-6F4A-8EDF-BDFBA8FF9AE2}">
      <dgm:prSet/>
      <dgm:spPr/>
      <dgm:t>
        <a:bodyPr/>
        <a:lstStyle/>
        <a:p>
          <a:endParaRPr lang="en-US"/>
        </a:p>
      </dgm:t>
    </dgm:pt>
    <dgm:pt modelId="{72ABD80E-D601-CE41-85F8-DFE137A1E708}" type="sibTrans" cxnId="{F744D77B-37BD-6F4A-8EDF-BDFBA8FF9AE2}">
      <dgm:prSet/>
      <dgm:spPr/>
      <dgm:t>
        <a:bodyPr/>
        <a:lstStyle/>
        <a:p>
          <a:endParaRPr lang="en-US"/>
        </a:p>
      </dgm:t>
    </dgm:pt>
    <dgm:pt modelId="{0FCC10CC-186F-6041-8608-4BC8BE071E56}">
      <dgm:prSet/>
      <dgm:spPr/>
      <dgm:t>
        <a:bodyPr/>
        <a:lstStyle/>
        <a:p>
          <a:r>
            <a:rPr lang="en-US" dirty="0"/>
            <a:t>Non-Additive</a:t>
          </a:r>
        </a:p>
      </dgm:t>
    </dgm:pt>
    <dgm:pt modelId="{5C0D5B7B-5A5F-B74E-8FA5-E5EA87A0153B}" type="parTrans" cxnId="{D6FCED8D-6CAC-1149-9438-38CCBE32DC97}">
      <dgm:prSet/>
      <dgm:spPr/>
      <dgm:t>
        <a:bodyPr/>
        <a:lstStyle/>
        <a:p>
          <a:endParaRPr lang="en-US"/>
        </a:p>
      </dgm:t>
    </dgm:pt>
    <dgm:pt modelId="{3BE7D8F5-85FA-2441-BAEC-9413EFF322F1}" type="sibTrans" cxnId="{D6FCED8D-6CAC-1149-9438-38CCBE32DC97}">
      <dgm:prSet/>
      <dgm:spPr/>
      <dgm:t>
        <a:bodyPr/>
        <a:lstStyle/>
        <a:p>
          <a:endParaRPr lang="en-US"/>
        </a:p>
      </dgm:t>
    </dgm:pt>
    <dgm:pt modelId="{4AB6A7CB-32D5-5648-8575-05746B8AD0CF}">
      <dgm:prSet/>
      <dgm:spPr/>
      <dgm:t>
        <a:bodyPr/>
        <a:lstStyle/>
        <a:p>
          <a:r>
            <a:rPr lang="en-US" dirty="0"/>
            <a:t>TOPSIS, SAW, ELECTREE</a:t>
          </a:r>
          <a:r>
            <a:rPr lang="en-US"/>
            <a:t>, PROMETHEE, VIKOR</a:t>
          </a:r>
          <a:endParaRPr lang="en-US" dirty="0"/>
        </a:p>
      </dgm:t>
    </dgm:pt>
    <dgm:pt modelId="{8780964A-632D-0D40-9624-A56736B11079}" type="parTrans" cxnId="{0A99A70D-A14B-964C-ACE9-78B2E30FCDF5}">
      <dgm:prSet/>
      <dgm:spPr/>
      <dgm:t>
        <a:bodyPr/>
        <a:lstStyle/>
        <a:p>
          <a:endParaRPr lang="en-US"/>
        </a:p>
      </dgm:t>
    </dgm:pt>
    <dgm:pt modelId="{73E618EE-77D9-804F-929C-97B6B25118F7}" type="sibTrans" cxnId="{0A99A70D-A14B-964C-ACE9-78B2E30FCDF5}">
      <dgm:prSet/>
      <dgm:spPr/>
      <dgm:t>
        <a:bodyPr/>
        <a:lstStyle/>
        <a:p>
          <a:endParaRPr lang="en-US"/>
        </a:p>
      </dgm:t>
    </dgm:pt>
    <dgm:pt modelId="{2B053BB6-C688-2446-BDFD-48767A802B3D}">
      <dgm:prSet/>
      <dgm:spPr/>
      <dgm:t>
        <a:bodyPr/>
        <a:lstStyle/>
        <a:p>
          <a:r>
            <a:rPr lang="en-US" dirty="0"/>
            <a:t>Fuzzy, NN</a:t>
          </a:r>
        </a:p>
      </dgm:t>
    </dgm:pt>
    <dgm:pt modelId="{7C81D805-BED6-8B49-8929-93CCD1068E57}" type="parTrans" cxnId="{97CE5D04-F9A8-674E-8EEE-1150E646B6A1}">
      <dgm:prSet/>
      <dgm:spPr/>
      <dgm:t>
        <a:bodyPr/>
        <a:lstStyle/>
        <a:p>
          <a:endParaRPr lang="en-US"/>
        </a:p>
      </dgm:t>
    </dgm:pt>
    <dgm:pt modelId="{1D7926C0-7DA8-1E4D-812E-BEF9DF6627AB}" type="sibTrans" cxnId="{97CE5D04-F9A8-674E-8EEE-1150E646B6A1}">
      <dgm:prSet/>
      <dgm:spPr/>
      <dgm:t>
        <a:bodyPr/>
        <a:lstStyle/>
        <a:p>
          <a:endParaRPr lang="en-US"/>
        </a:p>
      </dgm:t>
    </dgm:pt>
    <dgm:pt modelId="{FDB7788C-054A-7043-903E-16AE4FCC7C48}" type="pres">
      <dgm:prSet presAssocID="{EEBCCF20-AAC0-0049-8380-70D893BDB5E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17C7102-26AE-1042-A589-030258B086DD}" type="pres">
      <dgm:prSet presAssocID="{CA2ADAEE-F5BF-2346-A295-9B4AC49CBC8B}" presName="root1" presStyleCnt="0"/>
      <dgm:spPr/>
    </dgm:pt>
    <dgm:pt modelId="{6E243705-43BA-6B41-BE3B-194AE201BCD5}" type="pres">
      <dgm:prSet presAssocID="{CA2ADAEE-F5BF-2346-A295-9B4AC49CBC8B}" presName="LevelOneTextNode" presStyleLbl="node0" presStyleIdx="0" presStyleCnt="1">
        <dgm:presLayoutVars>
          <dgm:chPref val="3"/>
        </dgm:presLayoutVars>
      </dgm:prSet>
      <dgm:spPr/>
    </dgm:pt>
    <dgm:pt modelId="{4C714AF8-C7A6-9C41-9DCA-9EECFE5797C4}" type="pres">
      <dgm:prSet presAssocID="{CA2ADAEE-F5BF-2346-A295-9B4AC49CBC8B}" presName="level2hierChild" presStyleCnt="0"/>
      <dgm:spPr/>
    </dgm:pt>
    <dgm:pt modelId="{184A7248-3A4C-8743-A9FD-BAE059C6D92F}" type="pres">
      <dgm:prSet presAssocID="{0A924EF5-2809-0046-A317-76E916211DF9}" presName="conn2-1" presStyleLbl="parChTrans1D2" presStyleIdx="0" presStyleCnt="2"/>
      <dgm:spPr/>
    </dgm:pt>
    <dgm:pt modelId="{763FAADD-D13B-FB4C-9F17-34D607672D3C}" type="pres">
      <dgm:prSet presAssocID="{0A924EF5-2809-0046-A317-76E916211DF9}" presName="connTx" presStyleLbl="parChTrans1D2" presStyleIdx="0" presStyleCnt="2"/>
      <dgm:spPr/>
    </dgm:pt>
    <dgm:pt modelId="{B73D779D-05FF-6647-B774-B1C963D2D93C}" type="pres">
      <dgm:prSet presAssocID="{3F750162-A144-5346-B50C-D9A867036D7A}" presName="root2" presStyleCnt="0"/>
      <dgm:spPr/>
    </dgm:pt>
    <dgm:pt modelId="{A61630C5-EDBF-9D40-B460-4611CED11A6A}" type="pres">
      <dgm:prSet presAssocID="{3F750162-A144-5346-B50C-D9A867036D7A}" presName="LevelTwoTextNode" presStyleLbl="node2" presStyleIdx="0" presStyleCnt="2">
        <dgm:presLayoutVars>
          <dgm:chPref val="3"/>
        </dgm:presLayoutVars>
      </dgm:prSet>
      <dgm:spPr/>
    </dgm:pt>
    <dgm:pt modelId="{FB99F597-5418-474F-8000-239E7E5C69EB}" type="pres">
      <dgm:prSet presAssocID="{3F750162-A144-5346-B50C-D9A867036D7A}" presName="level3hierChild" presStyleCnt="0"/>
      <dgm:spPr/>
    </dgm:pt>
    <dgm:pt modelId="{C7235946-ECB3-2843-BF36-D82C3FDFEF38}" type="pres">
      <dgm:prSet presAssocID="{4C35BB39-A5A8-AC4E-AE5C-3E70B6448D2A}" presName="conn2-1" presStyleLbl="parChTrans1D3" presStyleIdx="0" presStyleCnt="6"/>
      <dgm:spPr/>
    </dgm:pt>
    <dgm:pt modelId="{55B3B8DB-0DEA-9044-8FBF-F196ADD422CE}" type="pres">
      <dgm:prSet presAssocID="{4C35BB39-A5A8-AC4E-AE5C-3E70B6448D2A}" presName="connTx" presStyleLbl="parChTrans1D3" presStyleIdx="0" presStyleCnt="6"/>
      <dgm:spPr/>
    </dgm:pt>
    <dgm:pt modelId="{DAE3CBF1-43CD-7943-BB0C-40C4271E0AE7}" type="pres">
      <dgm:prSet presAssocID="{6900DFD5-D7BA-724E-9FE6-216460F17D49}" presName="root2" presStyleCnt="0"/>
      <dgm:spPr/>
    </dgm:pt>
    <dgm:pt modelId="{3B4081CA-32FF-7543-9329-60B96C91D24C}" type="pres">
      <dgm:prSet presAssocID="{6900DFD5-D7BA-724E-9FE6-216460F17D49}" presName="LevelTwoTextNode" presStyleLbl="node3" presStyleIdx="0" presStyleCnt="6">
        <dgm:presLayoutVars>
          <dgm:chPref val="3"/>
        </dgm:presLayoutVars>
      </dgm:prSet>
      <dgm:spPr/>
    </dgm:pt>
    <dgm:pt modelId="{C3FB6D5C-56CF-FE46-AA9E-76E15318F2FE}" type="pres">
      <dgm:prSet presAssocID="{6900DFD5-D7BA-724E-9FE6-216460F17D49}" presName="level3hierChild" presStyleCnt="0"/>
      <dgm:spPr/>
    </dgm:pt>
    <dgm:pt modelId="{347CE2FA-3E07-DD45-8546-8DE4D582E1E8}" type="pres">
      <dgm:prSet presAssocID="{EC110C41-E955-EB43-8718-8F1679881B31}" presName="conn2-1" presStyleLbl="parChTrans1D4" presStyleIdx="0" presStyleCnt="6"/>
      <dgm:spPr/>
    </dgm:pt>
    <dgm:pt modelId="{9D71F488-2542-054C-BFEA-B61B44A7B824}" type="pres">
      <dgm:prSet presAssocID="{EC110C41-E955-EB43-8718-8F1679881B31}" presName="connTx" presStyleLbl="parChTrans1D4" presStyleIdx="0" presStyleCnt="6"/>
      <dgm:spPr/>
    </dgm:pt>
    <dgm:pt modelId="{61344A45-7FFB-3346-BBDD-0BF7A1BE10C3}" type="pres">
      <dgm:prSet presAssocID="{128BD423-3C13-7C45-9B93-2A4EDC2C801E}" presName="root2" presStyleCnt="0"/>
      <dgm:spPr/>
    </dgm:pt>
    <dgm:pt modelId="{883802FD-A340-854E-B156-7E1CBCA0E73C}" type="pres">
      <dgm:prSet presAssocID="{128BD423-3C13-7C45-9B93-2A4EDC2C801E}" presName="LevelTwoTextNode" presStyleLbl="node4" presStyleIdx="0" presStyleCnt="6">
        <dgm:presLayoutVars>
          <dgm:chPref val="3"/>
        </dgm:presLayoutVars>
      </dgm:prSet>
      <dgm:spPr/>
    </dgm:pt>
    <dgm:pt modelId="{1A82D80A-361F-4846-83B3-20355E68C00D}" type="pres">
      <dgm:prSet presAssocID="{128BD423-3C13-7C45-9B93-2A4EDC2C801E}" presName="level3hierChild" presStyleCnt="0"/>
      <dgm:spPr/>
    </dgm:pt>
    <dgm:pt modelId="{D1639BA3-D590-EA4A-9DE4-9DD5514D7673}" type="pres">
      <dgm:prSet presAssocID="{C1D63A18-F020-3F4B-9737-EF47E9AF81FF}" presName="conn2-1" presStyleLbl="parChTrans1D3" presStyleIdx="1" presStyleCnt="6"/>
      <dgm:spPr/>
    </dgm:pt>
    <dgm:pt modelId="{9667F48F-2C5A-9044-91B3-A22BA8FB5DEF}" type="pres">
      <dgm:prSet presAssocID="{C1D63A18-F020-3F4B-9737-EF47E9AF81FF}" presName="connTx" presStyleLbl="parChTrans1D3" presStyleIdx="1" presStyleCnt="6"/>
      <dgm:spPr/>
    </dgm:pt>
    <dgm:pt modelId="{A29659A8-8FC5-E841-AA4D-50EFF7ADE1FA}" type="pres">
      <dgm:prSet presAssocID="{9CF363B2-9E41-9446-A32B-6E9C51425CCB}" presName="root2" presStyleCnt="0"/>
      <dgm:spPr/>
    </dgm:pt>
    <dgm:pt modelId="{A449B0AA-6D7A-4C41-AB81-4CE7542904D7}" type="pres">
      <dgm:prSet presAssocID="{9CF363B2-9E41-9446-A32B-6E9C51425CCB}" presName="LevelTwoTextNode" presStyleLbl="node3" presStyleIdx="1" presStyleCnt="6">
        <dgm:presLayoutVars>
          <dgm:chPref val="3"/>
        </dgm:presLayoutVars>
      </dgm:prSet>
      <dgm:spPr/>
    </dgm:pt>
    <dgm:pt modelId="{6AAB2A0E-5495-9642-966E-66EAE63BF29C}" type="pres">
      <dgm:prSet presAssocID="{9CF363B2-9E41-9446-A32B-6E9C51425CCB}" presName="level3hierChild" presStyleCnt="0"/>
      <dgm:spPr/>
    </dgm:pt>
    <dgm:pt modelId="{99EB960C-0AB5-0E46-82C0-011A2C46D528}" type="pres">
      <dgm:prSet presAssocID="{206A9152-A9FA-E547-80E7-FCD6299F2276}" presName="conn2-1" presStyleLbl="parChTrans1D4" presStyleIdx="1" presStyleCnt="6"/>
      <dgm:spPr/>
    </dgm:pt>
    <dgm:pt modelId="{3ECCD345-5102-4847-8211-D716024EA447}" type="pres">
      <dgm:prSet presAssocID="{206A9152-A9FA-E547-80E7-FCD6299F2276}" presName="connTx" presStyleLbl="parChTrans1D4" presStyleIdx="1" presStyleCnt="6"/>
      <dgm:spPr/>
    </dgm:pt>
    <dgm:pt modelId="{0EB8FF5F-87F2-4342-BDC5-9B81B1BBC305}" type="pres">
      <dgm:prSet presAssocID="{CE355AA0-0C3C-5040-A60F-D9A7FBB5153B}" presName="root2" presStyleCnt="0"/>
      <dgm:spPr/>
    </dgm:pt>
    <dgm:pt modelId="{D79E29BB-6817-1B4D-B893-2F5707AE0C64}" type="pres">
      <dgm:prSet presAssocID="{CE355AA0-0C3C-5040-A60F-D9A7FBB5153B}" presName="LevelTwoTextNode" presStyleLbl="node4" presStyleIdx="1" presStyleCnt="6">
        <dgm:presLayoutVars>
          <dgm:chPref val="3"/>
        </dgm:presLayoutVars>
      </dgm:prSet>
      <dgm:spPr/>
    </dgm:pt>
    <dgm:pt modelId="{D5DCD01E-D12E-F44F-A928-A9CA896AAE5F}" type="pres">
      <dgm:prSet presAssocID="{CE355AA0-0C3C-5040-A60F-D9A7FBB5153B}" presName="level3hierChild" presStyleCnt="0"/>
      <dgm:spPr/>
    </dgm:pt>
    <dgm:pt modelId="{B37B3BF0-3325-994D-BE2F-8A0D700EA184}" type="pres">
      <dgm:prSet presAssocID="{0114893B-987A-A747-8CD6-B2F5D9D15F4D}" presName="conn2-1" presStyleLbl="parChTrans1D3" presStyleIdx="2" presStyleCnt="6"/>
      <dgm:spPr/>
    </dgm:pt>
    <dgm:pt modelId="{8BF03775-49C7-E545-B6D4-8485C5E2CDDF}" type="pres">
      <dgm:prSet presAssocID="{0114893B-987A-A747-8CD6-B2F5D9D15F4D}" presName="connTx" presStyleLbl="parChTrans1D3" presStyleIdx="2" presStyleCnt="6"/>
      <dgm:spPr/>
    </dgm:pt>
    <dgm:pt modelId="{843818F8-2291-5F4F-B515-9109BD130E46}" type="pres">
      <dgm:prSet presAssocID="{4A79A863-3FA9-844A-9393-471F3DB463B2}" presName="root2" presStyleCnt="0"/>
      <dgm:spPr/>
    </dgm:pt>
    <dgm:pt modelId="{30ECF98D-37BB-EB4C-96AB-39EF90F1F044}" type="pres">
      <dgm:prSet presAssocID="{4A79A863-3FA9-844A-9393-471F3DB463B2}" presName="LevelTwoTextNode" presStyleLbl="node3" presStyleIdx="2" presStyleCnt="6">
        <dgm:presLayoutVars>
          <dgm:chPref val="3"/>
        </dgm:presLayoutVars>
      </dgm:prSet>
      <dgm:spPr/>
    </dgm:pt>
    <dgm:pt modelId="{3F671C2A-4534-CC4A-BDB8-A587DEAFE6D0}" type="pres">
      <dgm:prSet presAssocID="{4A79A863-3FA9-844A-9393-471F3DB463B2}" presName="level3hierChild" presStyleCnt="0"/>
      <dgm:spPr/>
    </dgm:pt>
    <dgm:pt modelId="{BB84E7AA-3EF5-A549-9102-7FD770964459}" type="pres">
      <dgm:prSet presAssocID="{9C178352-009E-A14E-8AD3-5F2E4212FA04}" presName="conn2-1" presStyleLbl="parChTrans1D4" presStyleIdx="2" presStyleCnt="6"/>
      <dgm:spPr/>
    </dgm:pt>
    <dgm:pt modelId="{DC9FEC71-A126-0740-A4CE-577D197162AC}" type="pres">
      <dgm:prSet presAssocID="{9C178352-009E-A14E-8AD3-5F2E4212FA04}" presName="connTx" presStyleLbl="parChTrans1D4" presStyleIdx="2" presStyleCnt="6"/>
      <dgm:spPr/>
    </dgm:pt>
    <dgm:pt modelId="{A753D076-53CF-4143-9C6A-AFE576D88E8E}" type="pres">
      <dgm:prSet presAssocID="{921CE07E-25F3-7745-A5C6-96035E5264FA}" presName="root2" presStyleCnt="0"/>
      <dgm:spPr/>
    </dgm:pt>
    <dgm:pt modelId="{6EA40FA0-ABF9-4F4C-A23E-E6A51FA35AA0}" type="pres">
      <dgm:prSet presAssocID="{921CE07E-25F3-7745-A5C6-96035E5264FA}" presName="LevelTwoTextNode" presStyleLbl="node4" presStyleIdx="2" presStyleCnt="6">
        <dgm:presLayoutVars>
          <dgm:chPref val="3"/>
        </dgm:presLayoutVars>
      </dgm:prSet>
      <dgm:spPr/>
    </dgm:pt>
    <dgm:pt modelId="{A87BCAC5-8DBB-AE44-9649-6D6B9E94AC6F}" type="pres">
      <dgm:prSet presAssocID="{921CE07E-25F3-7745-A5C6-96035E5264FA}" presName="level3hierChild" presStyleCnt="0"/>
      <dgm:spPr/>
    </dgm:pt>
    <dgm:pt modelId="{926D6D94-8B3D-9243-A59A-C8D826995F0F}" type="pres">
      <dgm:prSet presAssocID="{8780964A-632D-0D40-9624-A56736B11079}" presName="conn2-1" presStyleLbl="parChTrans1D4" presStyleIdx="3" presStyleCnt="6"/>
      <dgm:spPr/>
    </dgm:pt>
    <dgm:pt modelId="{CE2C2C4A-EBFD-7E46-B628-62E9DD844319}" type="pres">
      <dgm:prSet presAssocID="{8780964A-632D-0D40-9624-A56736B11079}" presName="connTx" presStyleLbl="parChTrans1D4" presStyleIdx="3" presStyleCnt="6"/>
      <dgm:spPr/>
    </dgm:pt>
    <dgm:pt modelId="{6DF46EBF-9AD5-CE41-9DB4-D36314BC9F4F}" type="pres">
      <dgm:prSet presAssocID="{4AB6A7CB-32D5-5648-8575-05746B8AD0CF}" presName="root2" presStyleCnt="0"/>
      <dgm:spPr/>
    </dgm:pt>
    <dgm:pt modelId="{7D1B132A-0268-7F4E-84C6-216FDFC5A7EE}" type="pres">
      <dgm:prSet presAssocID="{4AB6A7CB-32D5-5648-8575-05746B8AD0CF}" presName="LevelTwoTextNode" presStyleLbl="node4" presStyleIdx="3" presStyleCnt="6">
        <dgm:presLayoutVars>
          <dgm:chPref val="3"/>
        </dgm:presLayoutVars>
      </dgm:prSet>
      <dgm:spPr/>
    </dgm:pt>
    <dgm:pt modelId="{90C2DB7D-1625-404F-A89C-406282106CD7}" type="pres">
      <dgm:prSet presAssocID="{4AB6A7CB-32D5-5648-8575-05746B8AD0CF}" presName="level3hierChild" presStyleCnt="0"/>
      <dgm:spPr/>
    </dgm:pt>
    <dgm:pt modelId="{E635DC4D-6E3C-D340-B191-F20A06556E3E}" type="pres">
      <dgm:prSet presAssocID="{5C0D5B7B-5A5F-B74E-8FA5-E5EA87A0153B}" presName="conn2-1" presStyleLbl="parChTrans1D4" presStyleIdx="4" presStyleCnt="6"/>
      <dgm:spPr/>
    </dgm:pt>
    <dgm:pt modelId="{60A55396-A753-1B48-8192-93DB37BEE3E4}" type="pres">
      <dgm:prSet presAssocID="{5C0D5B7B-5A5F-B74E-8FA5-E5EA87A0153B}" presName="connTx" presStyleLbl="parChTrans1D4" presStyleIdx="4" presStyleCnt="6"/>
      <dgm:spPr/>
    </dgm:pt>
    <dgm:pt modelId="{65382B4C-0322-B744-B9C3-7FFC17BA9ED8}" type="pres">
      <dgm:prSet presAssocID="{0FCC10CC-186F-6041-8608-4BC8BE071E56}" presName="root2" presStyleCnt="0"/>
      <dgm:spPr/>
    </dgm:pt>
    <dgm:pt modelId="{B8347F9E-5618-C047-8924-848CA72848A0}" type="pres">
      <dgm:prSet presAssocID="{0FCC10CC-186F-6041-8608-4BC8BE071E56}" presName="LevelTwoTextNode" presStyleLbl="node4" presStyleIdx="4" presStyleCnt="6">
        <dgm:presLayoutVars>
          <dgm:chPref val="3"/>
        </dgm:presLayoutVars>
      </dgm:prSet>
      <dgm:spPr/>
    </dgm:pt>
    <dgm:pt modelId="{D0C49B9B-325D-1E40-BBD0-59FC3056CA02}" type="pres">
      <dgm:prSet presAssocID="{0FCC10CC-186F-6041-8608-4BC8BE071E56}" presName="level3hierChild" presStyleCnt="0"/>
      <dgm:spPr/>
    </dgm:pt>
    <dgm:pt modelId="{667A5D89-409F-1340-975E-9ABB6EDF296C}" type="pres">
      <dgm:prSet presAssocID="{7C81D805-BED6-8B49-8929-93CCD1068E57}" presName="conn2-1" presStyleLbl="parChTrans1D4" presStyleIdx="5" presStyleCnt="6"/>
      <dgm:spPr/>
    </dgm:pt>
    <dgm:pt modelId="{9F9DB243-A41B-B644-968C-3996F4FC469B}" type="pres">
      <dgm:prSet presAssocID="{7C81D805-BED6-8B49-8929-93CCD1068E57}" presName="connTx" presStyleLbl="parChTrans1D4" presStyleIdx="5" presStyleCnt="6"/>
      <dgm:spPr/>
    </dgm:pt>
    <dgm:pt modelId="{4B4B4721-D586-A141-B103-B96AE236CA6D}" type="pres">
      <dgm:prSet presAssocID="{2B053BB6-C688-2446-BDFD-48767A802B3D}" presName="root2" presStyleCnt="0"/>
      <dgm:spPr/>
    </dgm:pt>
    <dgm:pt modelId="{6A0056A6-2921-2E44-A8A2-2ACF0256EB66}" type="pres">
      <dgm:prSet presAssocID="{2B053BB6-C688-2446-BDFD-48767A802B3D}" presName="LevelTwoTextNode" presStyleLbl="node4" presStyleIdx="5" presStyleCnt="6">
        <dgm:presLayoutVars>
          <dgm:chPref val="3"/>
        </dgm:presLayoutVars>
      </dgm:prSet>
      <dgm:spPr/>
    </dgm:pt>
    <dgm:pt modelId="{BD92D803-A9E3-774E-B85B-AEC785364048}" type="pres">
      <dgm:prSet presAssocID="{2B053BB6-C688-2446-BDFD-48767A802B3D}" presName="level3hierChild" presStyleCnt="0"/>
      <dgm:spPr/>
    </dgm:pt>
    <dgm:pt modelId="{7028CD68-BB42-5E44-9BB3-ADBC73996FB1}" type="pres">
      <dgm:prSet presAssocID="{21CB418A-400E-C94A-B483-443C3A99CC64}" presName="conn2-1" presStyleLbl="parChTrans1D2" presStyleIdx="1" presStyleCnt="2"/>
      <dgm:spPr/>
    </dgm:pt>
    <dgm:pt modelId="{F652B3FD-0C48-2C4A-BDA0-2045DB7C1AC8}" type="pres">
      <dgm:prSet presAssocID="{21CB418A-400E-C94A-B483-443C3A99CC64}" presName="connTx" presStyleLbl="parChTrans1D2" presStyleIdx="1" presStyleCnt="2"/>
      <dgm:spPr/>
    </dgm:pt>
    <dgm:pt modelId="{209042EA-FDF0-134C-9A07-C90803E155D1}" type="pres">
      <dgm:prSet presAssocID="{0B9367DB-FD78-AB41-A830-F09AA9741639}" presName="root2" presStyleCnt="0"/>
      <dgm:spPr/>
    </dgm:pt>
    <dgm:pt modelId="{3A1DB1E8-1B23-084F-9408-BABC27379A7B}" type="pres">
      <dgm:prSet presAssocID="{0B9367DB-FD78-AB41-A830-F09AA9741639}" presName="LevelTwoTextNode" presStyleLbl="node2" presStyleIdx="1" presStyleCnt="2">
        <dgm:presLayoutVars>
          <dgm:chPref val="3"/>
        </dgm:presLayoutVars>
      </dgm:prSet>
      <dgm:spPr/>
    </dgm:pt>
    <dgm:pt modelId="{7570858D-91DB-D249-972F-E5371C13DB8C}" type="pres">
      <dgm:prSet presAssocID="{0B9367DB-FD78-AB41-A830-F09AA9741639}" presName="level3hierChild" presStyleCnt="0"/>
      <dgm:spPr/>
    </dgm:pt>
    <dgm:pt modelId="{A13FA69E-D37C-1D43-827D-2C76488F6A0F}" type="pres">
      <dgm:prSet presAssocID="{DFAAA258-0B1A-FA43-B11A-7BD19DD28F09}" presName="conn2-1" presStyleLbl="parChTrans1D3" presStyleIdx="3" presStyleCnt="6"/>
      <dgm:spPr/>
    </dgm:pt>
    <dgm:pt modelId="{D3CCE5D1-2BB0-7144-9883-E326E3E20F27}" type="pres">
      <dgm:prSet presAssocID="{DFAAA258-0B1A-FA43-B11A-7BD19DD28F09}" presName="connTx" presStyleLbl="parChTrans1D3" presStyleIdx="3" presStyleCnt="6"/>
      <dgm:spPr/>
    </dgm:pt>
    <dgm:pt modelId="{94809A30-E392-5C4B-A41B-DBC566A7EA76}" type="pres">
      <dgm:prSet presAssocID="{8DE15641-9A7C-8F47-9C69-6A4A832E7AF8}" presName="root2" presStyleCnt="0"/>
      <dgm:spPr/>
    </dgm:pt>
    <dgm:pt modelId="{DBFDCE4D-6848-2E45-B5CC-B47665D04ED8}" type="pres">
      <dgm:prSet presAssocID="{8DE15641-9A7C-8F47-9C69-6A4A832E7AF8}" presName="LevelTwoTextNode" presStyleLbl="node3" presStyleIdx="3" presStyleCnt="6">
        <dgm:presLayoutVars>
          <dgm:chPref val="3"/>
        </dgm:presLayoutVars>
      </dgm:prSet>
      <dgm:spPr/>
    </dgm:pt>
    <dgm:pt modelId="{494046E8-3D88-E44B-9DB6-CCF37620F66B}" type="pres">
      <dgm:prSet presAssocID="{8DE15641-9A7C-8F47-9C69-6A4A832E7AF8}" presName="level3hierChild" presStyleCnt="0"/>
      <dgm:spPr/>
    </dgm:pt>
    <dgm:pt modelId="{63724AC3-80F8-5F46-BDB5-01AA2BEBAD76}" type="pres">
      <dgm:prSet presAssocID="{E77E8F18-E4AB-274F-8C85-7683AD0EC875}" presName="conn2-1" presStyleLbl="parChTrans1D3" presStyleIdx="4" presStyleCnt="6"/>
      <dgm:spPr/>
    </dgm:pt>
    <dgm:pt modelId="{4E71B4AA-BA31-8A4D-9B8D-5BF4E7C0D348}" type="pres">
      <dgm:prSet presAssocID="{E77E8F18-E4AB-274F-8C85-7683AD0EC875}" presName="connTx" presStyleLbl="parChTrans1D3" presStyleIdx="4" presStyleCnt="6"/>
      <dgm:spPr/>
    </dgm:pt>
    <dgm:pt modelId="{49F12AE4-BD21-3D49-99EF-3AEC804EAEE0}" type="pres">
      <dgm:prSet presAssocID="{D1E6FF29-63A3-FB4A-89AE-1E198BCFA3EC}" presName="root2" presStyleCnt="0"/>
      <dgm:spPr/>
    </dgm:pt>
    <dgm:pt modelId="{E8A690EA-CEE1-DD48-A127-EA03C9374AA8}" type="pres">
      <dgm:prSet presAssocID="{D1E6FF29-63A3-FB4A-89AE-1E198BCFA3EC}" presName="LevelTwoTextNode" presStyleLbl="node3" presStyleIdx="4" presStyleCnt="6">
        <dgm:presLayoutVars>
          <dgm:chPref val="3"/>
        </dgm:presLayoutVars>
      </dgm:prSet>
      <dgm:spPr/>
    </dgm:pt>
    <dgm:pt modelId="{2138171B-9DEC-124E-9764-2AE2FCEB7995}" type="pres">
      <dgm:prSet presAssocID="{D1E6FF29-63A3-FB4A-89AE-1E198BCFA3EC}" presName="level3hierChild" presStyleCnt="0"/>
      <dgm:spPr/>
    </dgm:pt>
    <dgm:pt modelId="{D5ECBA98-CE52-0B4A-98CA-D34EACFF8819}" type="pres">
      <dgm:prSet presAssocID="{FF62EC57-0C1B-1749-9BE4-B7D908A12A3F}" presName="conn2-1" presStyleLbl="parChTrans1D3" presStyleIdx="5" presStyleCnt="6"/>
      <dgm:spPr/>
    </dgm:pt>
    <dgm:pt modelId="{D55F7519-D1A4-F941-912A-D1CCADC04D1D}" type="pres">
      <dgm:prSet presAssocID="{FF62EC57-0C1B-1749-9BE4-B7D908A12A3F}" presName="connTx" presStyleLbl="parChTrans1D3" presStyleIdx="5" presStyleCnt="6"/>
      <dgm:spPr/>
    </dgm:pt>
    <dgm:pt modelId="{3093321D-BADF-2C44-937B-E51D9A5859CE}" type="pres">
      <dgm:prSet presAssocID="{6ED15A8B-72EE-044D-8490-7C68CCCD10A3}" presName="root2" presStyleCnt="0"/>
      <dgm:spPr/>
    </dgm:pt>
    <dgm:pt modelId="{79461BD4-1E79-A946-A6DF-791225F7FCD4}" type="pres">
      <dgm:prSet presAssocID="{6ED15A8B-72EE-044D-8490-7C68CCCD10A3}" presName="LevelTwoTextNode" presStyleLbl="node3" presStyleIdx="5" presStyleCnt="6">
        <dgm:presLayoutVars>
          <dgm:chPref val="3"/>
        </dgm:presLayoutVars>
      </dgm:prSet>
      <dgm:spPr/>
    </dgm:pt>
    <dgm:pt modelId="{DB8C603A-DF39-4C4A-ADF9-0FFD1B60A786}" type="pres">
      <dgm:prSet presAssocID="{6ED15A8B-72EE-044D-8490-7C68CCCD10A3}" presName="level3hierChild" presStyleCnt="0"/>
      <dgm:spPr/>
    </dgm:pt>
  </dgm:ptLst>
  <dgm:cxnLst>
    <dgm:cxn modelId="{CE568E00-6A9E-4647-8047-6973484CD6C0}" type="presOf" srcId="{4A79A863-3FA9-844A-9393-471F3DB463B2}" destId="{30ECF98D-37BB-EB4C-96AB-39EF90F1F044}" srcOrd="0" destOrd="0" presId="urn:microsoft.com/office/officeart/2005/8/layout/hierarchy2"/>
    <dgm:cxn modelId="{97CE5D04-F9A8-674E-8EEE-1150E646B6A1}" srcId="{0FCC10CC-186F-6041-8608-4BC8BE071E56}" destId="{2B053BB6-C688-2446-BDFD-48767A802B3D}" srcOrd="0" destOrd="0" parTransId="{7C81D805-BED6-8B49-8929-93CCD1068E57}" sibTransId="{1D7926C0-7DA8-1E4D-812E-BEF9DF6627AB}"/>
    <dgm:cxn modelId="{EB80DD07-B606-4349-BBF5-886A17BC2550}" type="presOf" srcId="{2B053BB6-C688-2446-BDFD-48767A802B3D}" destId="{6A0056A6-2921-2E44-A8A2-2ACF0256EB66}" srcOrd="0" destOrd="0" presId="urn:microsoft.com/office/officeart/2005/8/layout/hierarchy2"/>
    <dgm:cxn modelId="{421EF70C-8A18-DF4E-A1F1-8EE9ACA8EF50}" type="presOf" srcId="{EC110C41-E955-EB43-8718-8F1679881B31}" destId="{347CE2FA-3E07-DD45-8546-8DE4D582E1E8}" srcOrd="0" destOrd="0" presId="urn:microsoft.com/office/officeart/2005/8/layout/hierarchy2"/>
    <dgm:cxn modelId="{88A7FC0C-A0A0-B44D-95E8-4082D3B8B52A}" type="presOf" srcId="{EC110C41-E955-EB43-8718-8F1679881B31}" destId="{9D71F488-2542-054C-BFEA-B61B44A7B824}" srcOrd="1" destOrd="0" presId="urn:microsoft.com/office/officeart/2005/8/layout/hierarchy2"/>
    <dgm:cxn modelId="{0A99A70D-A14B-964C-ACE9-78B2E30FCDF5}" srcId="{921CE07E-25F3-7745-A5C6-96035E5264FA}" destId="{4AB6A7CB-32D5-5648-8575-05746B8AD0CF}" srcOrd="0" destOrd="0" parTransId="{8780964A-632D-0D40-9624-A56736B11079}" sibTransId="{73E618EE-77D9-804F-929C-97B6B25118F7}"/>
    <dgm:cxn modelId="{C5A3FD10-6724-864B-ADE6-A86D8ADAA470}" srcId="{3F750162-A144-5346-B50C-D9A867036D7A}" destId="{6900DFD5-D7BA-724E-9FE6-216460F17D49}" srcOrd="0" destOrd="0" parTransId="{4C35BB39-A5A8-AC4E-AE5C-3E70B6448D2A}" sibTransId="{FFAFF70C-0F27-0B41-BE3C-A60548E0B788}"/>
    <dgm:cxn modelId="{2E96FF12-F0AC-DA47-B037-60A59AA3DE10}" type="presOf" srcId="{0FCC10CC-186F-6041-8608-4BC8BE071E56}" destId="{B8347F9E-5618-C047-8924-848CA72848A0}" srcOrd="0" destOrd="0" presId="urn:microsoft.com/office/officeart/2005/8/layout/hierarchy2"/>
    <dgm:cxn modelId="{E0BA6117-5F53-F043-84C8-A845EAB89BC6}" type="presOf" srcId="{0B9367DB-FD78-AB41-A830-F09AA9741639}" destId="{3A1DB1E8-1B23-084F-9408-BABC27379A7B}" srcOrd="0" destOrd="0" presId="urn:microsoft.com/office/officeart/2005/8/layout/hierarchy2"/>
    <dgm:cxn modelId="{43057325-267E-6B49-8327-654F949AC243}" srcId="{0B9367DB-FD78-AB41-A830-F09AA9741639}" destId="{6ED15A8B-72EE-044D-8490-7C68CCCD10A3}" srcOrd="2" destOrd="0" parTransId="{FF62EC57-0C1B-1749-9BE4-B7D908A12A3F}" sibTransId="{3A8AC33E-9902-5241-B273-21D2BE74F04F}"/>
    <dgm:cxn modelId="{6BAE182B-81B9-8545-A3AC-18121B8602B9}" type="presOf" srcId="{DFAAA258-0B1A-FA43-B11A-7BD19DD28F09}" destId="{A13FA69E-D37C-1D43-827D-2C76488F6A0F}" srcOrd="0" destOrd="0" presId="urn:microsoft.com/office/officeart/2005/8/layout/hierarchy2"/>
    <dgm:cxn modelId="{6DAC5536-EC7D-AD4A-A02F-7C170A2E7D18}" type="presOf" srcId="{9C178352-009E-A14E-8AD3-5F2E4212FA04}" destId="{DC9FEC71-A126-0740-A4CE-577D197162AC}" srcOrd="1" destOrd="0" presId="urn:microsoft.com/office/officeart/2005/8/layout/hierarchy2"/>
    <dgm:cxn modelId="{9D1B7A3E-1A4B-C141-8FA7-B37BD3E8A6A5}" type="presOf" srcId="{6ED15A8B-72EE-044D-8490-7C68CCCD10A3}" destId="{79461BD4-1E79-A946-A6DF-791225F7FCD4}" srcOrd="0" destOrd="0" presId="urn:microsoft.com/office/officeart/2005/8/layout/hierarchy2"/>
    <dgm:cxn modelId="{31E4545E-443A-5F4C-A980-F428813FB997}" type="presOf" srcId="{D1E6FF29-63A3-FB4A-89AE-1E198BCFA3EC}" destId="{E8A690EA-CEE1-DD48-A127-EA03C9374AA8}" srcOrd="0" destOrd="0" presId="urn:microsoft.com/office/officeart/2005/8/layout/hierarchy2"/>
    <dgm:cxn modelId="{453D2F60-6508-E249-B127-0AB09C748DA7}" type="presOf" srcId="{5C0D5B7B-5A5F-B74E-8FA5-E5EA87A0153B}" destId="{60A55396-A753-1B48-8192-93DB37BEE3E4}" srcOrd="1" destOrd="0" presId="urn:microsoft.com/office/officeart/2005/8/layout/hierarchy2"/>
    <dgm:cxn modelId="{4A9D0567-36AA-E443-AE22-52B43DB10E6F}" type="presOf" srcId="{5C0D5B7B-5A5F-B74E-8FA5-E5EA87A0153B}" destId="{E635DC4D-6E3C-D340-B191-F20A06556E3E}" srcOrd="0" destOrd="0" presId="urn:microsoft.com/office/officeart/2005/8/layout/hierarchy2"/>
    <dgm:cxn modelId="{2C32AE67-E4FE-0841-B077-83ED79678D3D}" srcId="{3F750162-A144-5346-B50C-D9A867036D7A}" destId="{9CF363B2-9E41-9446-A32B-6E9C51425CCB}" srcOrd="1" destOrd="0" parTransId="{C1D63A18-F020-3F4B-9737-EF47E9AF81FF}" sibTransId="{A58C458B-E5F8-B144-898B-00A25E7D721F}"/>
    <dgm:cxn modelId="{5A28F16B-8666-4D40-BC85-BB7BD59FB39B}" type="presOf" srcId="{8780964A-632D-0D40-9624-A56736B11079}" destId="{926D6D94-8B3D-9243-A59A-C8D826995F0F}" srcOrd="0" destOrd="0" presId="urn:microsoft.com/office/officeart/2005/8/layout/hierarchy2"/>
    <dgm:cxn modelId="{B12BA86D-8AED-E94D-8798-695218D30F65}" type="presOf" srcId="{21CB418A-400E-C94A-B483-443C3A99CC64}" destId="{F652B3FD-0C48-2C4A-BDA0-2045DB7C1AC8}" srcOrd="1" destOrd="0" presId="urn:microsoft.com/office/officeart/2005/8/layout/hierarchy2"/>
    <dgm:cxn modelId="{B803D56D-5B6C-DF40-B3D5-A60AA3413E2F}" type="presOf" srcId="{EEBCCF20-AAC0-0049-8380-70D893BDB5ED}" destId="{FDB7788C-054A-7043-903E-16AE4FCC7C48}" srcOrd="0" destOrd="0" presId="urn:microsoft.com/office/officeart/2005/8/layout/hierarchy2"/>
    <dgm:cxn modelId="{E2741C4E-B158-8C4C-BE0C-CDDFBA78D2BC}" type="presOf" srcId="{9C178352-009E-A14E-8AD3-5F2E4212FA04}" destId="{BB84E7AA-3EF5-A549-9102-7FD770964459}" srcOrd="0" destOrd="0" presId="urn:microsoft.com/office/officeart/2005/8/layout/hierarchy2"/>
    <dgm:cxn modelId="{2C0C6F71-634E-5E4B-982A-5417D197A44A}" type="presOf" srcId="{E77E8F18-E4AB-274F-8C85-7683AD0EC875}" destId="{63724AC3-80F8-5F46-BDB5-01AA2BEBAD76}" srcOrd="0" destOrd="0" presId="urn:microsoft.com/office/officeart/2005/8/layout/hierarchy2"/>
    <dgm:cxn modelId="{EAAEEF51-4679-7541-AB2D-7699EEB0B2BA}" srcId="{9CF363B2-9E41-9446-A32B-6E9C51425CCB}" destId="{CE355AA0-0C3C-5040-A60F-D9A7FBB5153B}" srcOrd="0" destOrd="0" parTransId="{206A9152-A9FA-E547-80E7-FCD6299F2276}" sibTransId="{1372D002-373A-6442-99AD-6753D4868B77}"/>
    <dgm:cxn modelId="{304EDA53-4C77-FF4E-9ECF-8ED9F9B38EEA}" type="presOf" srcId="{FF62EC57-0C1B-1749-9BE4-B7D908A12A3F}" destId="{D5ECBA98-CE52-0B4A-98CA-D34EACFF8819}" srcOrd="0" destOrd="0" presId="urn:microsoft.com/office/officeart/2005/8/layout/hierarchy2"/>
    <dgm:cxn modelId="{21457376-FAD2-5E40-A871-7D7C08657068}" srcId="{CA2ADAEE-F5BF-2346-A295-9B4AC49CBC8B}" destId="{0B9367DB-FD78-AB41-A830-F09AA9741639}" srcOrd="1" destOrd="0" parTransId="{21CB418A-400E-C94A-B483-443C3A99CC64}" sibTransId="{489E406E-8E17-EF4B-9803-B8E1F42D5DBF}"/>
    <dgm:cxn modelId="{4B6D8076-6E65-BD4B-A358-7B233CD198DA}" type="presOf" srcId="{8DE15641-9A7C-8F47-9C69-6A4A832E7AF8}" destId="{DBFDCE4D-6848-2E45-B5CC-B47665D04ED8}" srcOrd="0" destOrd="0" presId="urn:microsoft.com/office/officeart/2005/8/layout/hierarchy2"/>
    <dgm:cxn modelId="{82E1F476-9ED4-2D45-9897-4E9B89FAD87E}" type="presOf" srcId="{FF62EC57-0C1B-1749-9BE4-B7D908A12A3F}" destId="{D55F7519-D1A4-F941-912A-D1CCADC04D1D}" srcOrd="1" destOrd="0" presId="urn:microsoft.com/office/officeart/2005/8/layout/hierarchy2"/>
    <dgm:cxn modelId="{F744D77B-37BD-6F4A-8EDF-BDFBA8FF9AE2}" srcId="{4A79A863-3FA9-844A-9393-471F3DB463B2}" destId="{921CE07E-25F3-7745-A5C6-96035E5264FA}" srcOrd="0" destOrd="0" parTransId="{9C178352-009E-A14E-8AD3-5F2E4212FA04}" sibTransId="{72ABD80E-D601-CE41-85F8-DFE137A1E708}"/>
    <dgm:cxn modelId="{69DC207C-3BCA-6E42-914E-9025B7A6B5E2}" type="presOf" srcId="{21CB418A-400E-C94A-B483-443C3A99CC64}" destId="{7028CD68-BB42-5E44-9BB3-ADBC73996FB1}" srcOrd="0" destOrd="0" presId="urn:microsoft.com/office/officeart/2005/8/layout/hierarchy2"/>
    <dgm:cxn modelId="{FE25D288-21BE-5444-B2EE-82B721F9F043}" type="presOf" srcId="{C1D63A18-F020-3F4B-9737-EF47E9AF81FF}" destId="{D1639BA3-D590-EA4A-9DE4-9DD5514D7673}" srcOrd="0" destOrd="0" presId="urn:microsoft.com/office/officeart/2005/8/layout/hierarchy2"/>
    <dgm:cxn modelId="{DDC77D8D-2B16-4D41-8489-387DDE53A0BD}" type="presOf" srcId="{4AB6A7CB-32D5-5648-8575-05746B8AD0CF}" destId="{7D1B132A-0268-7F4E-84C6-216FDFC5A7EE}" srcOrd="0" destOrd="0" presId="urn:microsoft.com/office/officeart/2005/8/layout/hierarchy2"/>
    <dgm:cxn modelId="{D6FCED8D-6CAC-1149-9438-38CCBE32DC97}" srcId="{4A79A863-3FA9-844A-9393-471F3DB463B2}" destId="{0FCC10CC-186F-6041-8608-4BC8BE071E56}" srcOrd="1" destOrd="0" parTransId="{5C0D5B7B-5A5F-B74E-8FA5-E5EA87A0153B}" sibTransId="{3BE7D8F5-85FA-2441-BAEC-9413EFF322F1}"/>
    <dgm:cxn modelId="{40BBAE96-AB12-1B42-BDFF-D9D41323B25F}" type="presOf" srcId="{C1D63A18-F020-3F4B-9737-EF47E9AF81FF}" destId="{9667F48F-2C5A-9044-91B3-A22BA8FB5DEF}" srcOrd="1" destOrd="0" presId="urn:microsoft.com/office/officeart/2005/8/layout/hierarchy2"/>
    <dgm:cxn modelId="{FA4B669A-779C-B64F-AD01-A33FE2350BB6}" type="presOf" srcId="{8780964A-632D-0D40-9624-A56736B11079}" destId="{CE2C2C4A-EBFD-7E46-B628-62E9DD844319}" srcOrd="1" destOrd="0" presId="urn:microsoft.com/office/officeart/2005/8/layout/hierarchy2"/>
    <dgm:cxn modelId="{BBA4D39C-720C-D047-9BCC-DCD22FF67481}" srcId="{0B9367DB-FD78-AB41-A830-F09AA9741639}" destId="{8DE15641-9A7C-8F47-9C69-6A4A832E7AF8}" srcOrd="0" destOrd="0" parTransId="{DFAAA258-0B1A-FA43-B11A-7BD19DD28F09}" sibTransId="{072BC81C-6F9E-EC4A-8BDA-5E5BFCA17916}"/>
    <dgm:cxn modelId="{F7A7F29D-5EC6-B043-8061-4D250F9B35A5}" type="presOf" srcId="{0A924EF5-2809-0046-A317-76E916211DF9}" destId="{763FAADD-D13B-FB4C-9F17-34D607672D3C}" srcOrd="1" destOrd="0" presId="urn:microsoft.com/office/officeart/2005/8/layout/hierarchy2"/>
    <dgm:cxn modelId="{980D8DA0-A0B1-514A-A1FF-F8A5E8AFF881}" type="presOf" srcId="{0114893B-987A-A747-8CD6-B2F5D9D15F4D}" destId="{B37B3BF0-3325-994D-BE2F-8A0D700EA184}" srcOrd="0" destOrd="0" presId="urn:microsoft.com/office/officeart/2005/8/layout/hierarchy2"/>
    <dgm:cxn modelId="{AA02A0AB-E11C-E14E-840C-5CF593AB3ABD}" type="presOf" srcId="{4C35BB39-A5A8-AC4E-AE5C-3E70B6448D2A}" destId="{C7235946-ECB3-2843-BF36-D82C3FDFEF38}" srcOrd="0" destOrd="0" presId="urn:microsoft.com/office/officeart/2005/8/layout/hierarchy2"/>
    <dgm:cxn modelId="{8FAEE6AC-8030-824C-9387-9F83690B027B}" srcId="{0B9367DB-FD78-AB41-A830-F09AA9741639}" destId="{D1E6FF29-63A3-FB4A-89AE-1E198BCFA3EC}" srcOrd="1" destOrd="0" parTransId="{E77E8F18-E4AB-274F-8C85-7683AD0EC875}" sibTransId="{AB7B7739-C562-7443-B21C-A8B5D724993D}"/>
    <dgm:cxn modelId="{AB8D17AE-7609-0C4E-A820-AE9F379FFDD8}" type="presOf" srcId="{0A924EF5-2809-0046-A317-76E916211DF9}" destId="{184A7248-3A4C-8743-A9FD-BAE059C6D92F}" srcOrd="0" destOrd="0" presId="urn:microsoft.com/office/officeart/2005/8/layout/hierarchy2"/>
    <dgm:cxn modelId="{04E843BC-65E3-0942-9047-C459D6D92CD5}" srcId="{EEBCCF20-AAC0-0049-8380-70D893BDB5ED}" destId="{CA2ADAEE-F5BF-2346-A295-9B4AC49CBC8B}" srcOrd="0" destOrd="0" parTransId="{D8E091E3-3856-0941-A17C-4C00879EBBF7}" sibTransId="{0607C351-0CB0-C043-8F15-0877ED974AB6}"/>
    <dgm:cxn modelId="{82386AC1-4B57-1347-AEB4-E9003663E96E}" type="presOf" srcId="{DFAAA258-0B1A-FA43-B11A-7BD19DD28F09}" destId="{D3CCE5D1-2BB0-7144-9883-E326E3E20F27}" srcOrd="1" destOrd="0" presId="urn:microsoft.com/office/officeart/2005/8/layout/hierarchy2"/>
    <dgm:cxn modelId="{E33C5AC5-6369-0B4F-B951-A6AA7652349F}" srcId="{6900DFD5-D7BA-724E-9FE6-216460F17D49}" destId="{128BD423-3C13-7C45-9B93-2A4EDC2C801E}" srcOrd="0" destOrd="0" parTransId="{EC110C41-E955-EB43-8718-8F1679881B31}" sibTransId="{FD45A932-DC01-8542-B988-03A232001EBA}"/>
    <dgm:cxn modelId="{7E791CC7-6C1B-7345-8BD6-64654730F944}" srcId="{CA2ADAEE-F5BF-2346-A295-9B4AC49CBC8B}" destId="{3F750162-A144-5346-B50C-D9A867036D7A}" srcOrd="0" destOrd="0" parTransId="{0A924EF5-2809-0046-A317-76E916211DF9}" sibTransId="{0ED6EF12-9F29-694F-B51D-A73E25B2B531}"/>
    <dgm:cxn modelId="{B4AF3AD2-D84F-E948-AEB1-B5EE464F344A}" type="presOf" srcId="{3F750162-A144-5346-B50C-D9A867036D7A}" destId="{A61630C5-EDBF-9D40-B460-4611CED11A6A}" srcOrd="0" destOrd="0" presId="urn:microsoft.com/office/officeart/2005/8/layout/hierarchy2"/>
    <dgm:cxn modelId="{912096D8-F9D1-C944-B179-28B3A77D2E4E}" type="presOf" srcId="{206A9152-A9FA-E547-80E7-FCD6299F2276}" destId="{99EB960C-0AB5-0E46-82C0-011A2C46D528}" srcOrd="0" destOrd="0" presId="urn:microsoft.com/office/officeart/2005/8/layout/hierarchy2"/>
    <dgm:cxn modelId="{A22E49DA-3666-4A4B-BE63-A303762BD68A}" type="presOf" srcId="{7C81D805-BED6-8B49-8929-93CCD1068E57}" destId="{667A5D89-409F-1340-975E-9ABB6EDF296C}" srcOrd="0" destOrd="0" presId="urn:microsoft.com/office/officeart/2005/8/layout/hierarchy2"/>
    <dgm:cxn modelId="{A03C0CDC-8BAD-AF4D-B9B7-91D6C8CF1808}" type="presOf" srcId="{7C81D805-BED6-8B49-8929-93CCD1068E57}" destId="{9F9DB243-A41B-B644-968C-3996F4FC469B}" srcOrd="1" destOrd="0" presId="urn:microsoft.com/office/officeart/2005/8/layout/hierarchy2"/>
    <dgm:cxn modelId="{440C34E6-6163-3246-A37C-28F364D167E9}" type="presOf" srcId="{206A9152-A9FA-E547-80E7-FCD6299F2276}" destId="{3ECCD345-5102-4847-8211-D716024EA447}" srcOrd="1" destOrd="0" presId="urn:microsoft.com/office/officeart/2005/8/layout/hierarchy2"/>
    <dgm:cxn modelId="{7A9F4BE8-EAE7-C149-B9A7-AA278C3E94B1}" type="presOf" srcId="{E77E8F18-E4AB-274F-8C85-7683AD0EC875}" destId="{4E71B4AA-BA31-8A4D-9B8D-5BF4E7C0D348}" srcOrd="1" destOrd="0" presId="urn:microsoft.com/office/officeart/2005/8/layout/hierarchy2"/>
    <dgm:cxn modelId="{96FE1AE9-107E-2248-8E29-6FBE1C734400}" type="presOf" srcId="{CA2ADAEE-F5BF-2346-A295-9B4AC49CBC8B}" destId="{6E243705-43BA-6B41-BE3B-194AE201BCD5}" srcOrd="0" destOrd="0" presId="urn:microsoft.com/office/officeart/2005/8/layout/hierarchy2"/>
    <dgm:cxn modelId="{43DCCFF2-3029-124F-9601-686F5748691E}" type="presOf" srcId="{128BD423-3C13-7C45-9B93-2A4EDC2C801E}" destId="{883802FD-A340-854E-B156-7E1CBCA0E73C}" srcOrd="0" destOrd="0" presId="urn:microsoft.com/office/officeart/2005/8/layout/hierarchy2"/>
    <dgm:cxn modelId="{8153EEF3-A0B5-3F4B-8E68-39D452E32715}" type="presOf" srcId="{4C35BB39-A5A8-AC4E-AE5C-3E70B6448D2A}" destId="{55B3B8DB-0DEA-9044-8FBF-F196ADD422CE}" srcOrd="1" destOrd="0" presId="urn:microsoft.com/office/officeart/2005/8/layout/hierarchy2"/>
    <dgm:cxn modelId="{CDD0E7F4-3A55-FD41-8CE2-78AAD4288A9A}" type="presOf" srcId="{6900DFD5-D7BA-724E-9FE6-216460F17D49}" destId="{3B4081CA-32FF-7543-9329-60B96C91D24C}" srcOrd="0" destOrd="0" presId="urn:microsoft.com/office/officeart/2005/8/layout/hierarchy2"/>
    <dgm:cxn modelId="{AE4FF0F5-4BC2-9A45-8F62-38602FD278EC}" type="presOf" srcId="{CE355AA0-0C3C-5040-A60F-D9A7FBB5153B}" destId="{D79E29BB-6817-1B4D-B893-2F5707AE0C64}" srcOrd="0" destOrd="0" presId="urn:microsoft.com/office/officeart/2005/8/layout/hierarchy2"/>
    <dgm:cxn modelId="{ED7BF6F6-55B4-284E-A1CF-6B624864F733}" type="presOf" srcId="{9CF363B2-9E41-9446-A32B-6E9C51425CCB}" destId="{A449B0AA-6D7A-4C41-AB81-4CE7542904D7}" srcOrd="0" destOrd="0" presId="urn:microsoft.com/office/officeart/2005/8/layout/hierarchy2"/>
    <dgm:cxn modelId="{279A78F7-B799-924E-9AA2-C08180CBFDB1}" type="presOf" srcId="{921CE07E-25F3-7745-A5C6-96035E5264FA}" destId="{6EA40FA0-ABF9-4F4C-A23E-E6A51FA35AA0}" srcOrd="0" destOrd="0" presId="urn:microsoft.com/office/officeart/2005/8/layout/hierarchy2"/>
    <dgm:cxn modelId="{F4468AF9-B67B-364A-A6E2-88F2859CEDC9}" type="presOf" srcId="{0114893B-987A-A747-8CD6-B2F5D9D15F4D}" destId="{8BF03775-49C7-E545-B6D4-8485C5E2CDDF}" srcOrd="1" destOrd="0" presId="urn:microsoft.com/office/officeart/2005/8/layout/hierarchy2"/>
    <dgm:cxn modelId="{51DBBEFF-AFBC-584B-8621-3BB8DDCE14CA}" srcId="{3F750162-A144-5346-B50C-D9A867036D7A}" destId="{4A79A863-3FA9-844A-9393-471F3DB463B2}" srcOrd="2" destOrd="0" parTransId="{0114893B-987A-A747-8CD6-B2F5D9D15F4D}" sibTransId="{AA663C20-0B6A-7E4D-84B4-D836C0D8B5F6}"/>
    <dgm:cxn modelId="{C34B412A-0C8B-8542-988D-BAA9A26801D0}" type="presParOf" srcId="{FDB7788C-054A-7043-903E-16AE4FCC7C48}" destId="{B17C7102-26AE-1042-A589-030258B086DD}" srcOrd="0" destOrd="0" presId="urn:microsoft.com/office/officeart/2005/8/layout/hierarchy2"/>
    <dgm:cxn modelId="{D4DD3DBA-A6D4-874F-A1E5-6E36D990C75A}" type="presParOf" srcId="{B17C7102-26AE-1042-A589-030258B086DD}" destId="{6E243705-43BA-6B41-BE3B-194AE201BCD5}" srcOrd="0" destOrd="0" presId="urn:microsoft.com/office/officeart/2005/8/layout/hierarchy2"/>
    <dgm:cxn modelId="{7EB4A933-6740-1D41-8D51-4C40BDA99090}" type="presParOf" srcId="{B17C7102-26AE-1042-A589-030258B086DD}" destId="{4C714AF8-C7A6-9C41-9DCA-9EECFE5797C4}" srcOrd="1" destOrd="0" presId="urn:microsoft.com/office/officeart/2005/8/layout/hierarchy2"/>
    <dgm:cxn modelId="{FD8582E9-9E55-0341-BD92-2B009E258BBE}" type="presParOf" srcId="{4C714AF8-C7A6-9C41-9DCA-9EECFE5797C4}" destId="{184A7248-3A4C-8743-A9FD-BAE059C6D92F}" srcOrd="0" destOrd="0" presId="urn:microsoft.com/office/officeart/2005/8/layout/hierarchy2"/>
    <dgm:cxn modelId="{14DCD0BB-F757-FD44-89A5-F5365B584482}" type="presParOf" srcId="{184A7248-3A4C-8743-A9FD-BAE059C6D92F}" destId="{763FAADD-D13B-FB4C-9F17-34D607672D3C}" srcOrd="0" destOrd="0" presId="urn:microsoft.com/office/officeart/2005/8/layout/hierarchy2"/>
    <dgm:cxn modelId="{2469C215-77B3-3344-9443-CCFE3E2DCDC2}" type="presParOf" srcId="{4C714AF8-C7A6-9C41-9DCA-9EECFE5797C4}" destId="{B73D779D-05FF-6647-B774-B1C963D2D93C}" srcOrd="1" destOrd="0" presId="urn:microsoft.com/office/officeart/2005/8/layout/hierarchy2"/>
    <dgm:cxn modelId="{41BAEC48-15B7-4349-A7FE-DC7ED73D9087}" type="presParOf" srcId="{B73D779D-05FF-6647-B774-B1C963D2D93C}" destId="{A61630C5-EDBF-9D40-B460-4611CED11A6A}" srcOrd="0" destOrd="0" presId="urn:microsoft.com/office/officeart/2005/8/layout/hierarchy2"/>
    <dgm:cxn modelId="{002915FA-F0D4-C247-8FAF-DE967353C7E2}" type="presParOf" srcId="{B73D779D-05FF-6647-B774-B1C963D2D93C}" destId="{FB99F597-5418-474F-8000-239E7E5C69EB}" srcOrd="1" destOrd="0" presId="urn:microsoft.com/office/officeart/2005/8/layout/hierarchy2"/>
    <dgm:cxn modelId="{E40AEA0C-8527-5242-841D-A84997EB7A8B}" type="presParOf" srcId="{FB99F597-5418-474F-8000-239E7E5C69EB}" destId="{C7235946-ECB3-2843-BF36-D82C3FDFEF38}" srcOrd="0" destOrd="0" presId="urn:microsoft.com/office/officeart/2005/8/layout/hierarchy2"/>
    <dgm:cxn modelId="{45F7F428-5964-344D-A6BB-22F64E24F443}" type="presParOf" srcId="{C7235946-ECB3-2843-BF36-D82C3FDFEF38}" destId="{55B3B8DB-0DEA-9044-8FBF-F196ADD422CE}" srcOrd="0" destOrd="0" presId="urn:microsoft.com/office/officeart/2005/8/layout/hierarchy2"/>
    <dgm:cxn modelId="{A3047F9B-A484-BF4B-91A4-FDA8E2292C6B}" type="presParOf" srcId="{FB99F597-5418-474F-8000-239E7E5C69EB}" destId="{DAE3CBF1-43CD-7943-BB0C-40C4271E0AE7}" srcOrd="1" destOrd="0" presId="urn:microsoft.com/office/officeart/2005/8/layout/hierarchy2"/>
    <dgm:cxn modelId="{C4BB20A5-1354-C54A-99FF-8CFA7F9DD94F}" type="presParOf" srcId="{DAE3CBF1-43CD-7943-BB0C-40C4271E0AE7}" destId="{3B4081CA-32FF-7543-9329-60B96C91D24C}" srcOrd="0" destOrd="0" presId="urn:microsoft.com/office/officeart/2005/8/layout/hierarchy2"/>
    <dgm:cxn modelId="{F20A8D4D-9C4D-834A-9DB4-0AC2C7A34BF9}" type="presParOf" srcId="{DAE3CBF1-43CD-7943-BB0C-40C4271E0AE7}" destId="{C3FB6D5C-56CF-FE46-AA9E-76E15318F2FE}" srcOrd="1" destOrd="0" presId="urn:microsoft.com/office/officeart/2005/8/layout/hierarchy2"/>
    <dgm:cxn modelId="{7D3A0634-DBD9-6145-80B5-4F12B630C349}" type="presParOf" srcId="{C3FB6D5C-56CF-FE46-AA9E-76E15318F2FE}" destId="{347CE2FA-3E07-DD45-8546-8DE4D582E1E8}" srcOrd="0" destOrd="0" presId="urn:microsoft.com/office/officeart/2005/8/layout/hierarchy2"/>
    <dgm:cxn modelId="{F031D0D2-FF3A-2E49-AE54-9D9BC6BB8993}" type="presParOf" srcId="{347CE2FA-3E07-DD45-8546-8DE4D582E1E8}" destId="{9D71F488-2542-054C-BFEA-B61B44A7B824}" srcOrd="0" destOrd="0" presId="urn:microsoft.com/office/officeart/2005/8/layout/hierarchy2"/>
    <dgm:cxn modelId="{C4184E89-43B3-4045-8467-B33274F3507A}" type="presParOf" srcId="{C3FB6D5C-56CF-FE46-AA9E-76E15318F2FE}" destId="{61344A45-7FFB-3346-BBDD-0BF7A1BE10C3}" srcOrd="1" destOrd="0" presId="urn:microsoft.com/office/officeart/2005/8/layout/hierarchy2"/>
    <dgm:cxn modelId="{B0F1432A-C33E-644B-8AF8-08FF3470132A}" type="presParOf" srcId="{61344A45-7FFB-3346-BBDD-0BF7A1BE10C3}" destId="{883802FD-A340-854E-B156-7E1CBCA0E73C}" srcOrd="0" destOrd="0" presId="urn:microsoft.com/office/officeart/2005/8/layout/hierarchy2"/>
    <dgm:cxn modelId="{92C2D192-7775-E248-A71C-329311C9A3E0}" type="presParOf" srcId="{61344A45-7FFB-3346-BBDD-0BF7A1BE10C3}" destId="{1A82D80A-361F-4846-83B3-20355E68C00D}" srcOrd="1" destOrd="0" presId="urn:microsoft.com/office/officeart/2005/8/layout/hierarchy2"/>
    <dgm:cxn modelId="{747BCE73-57A0-094A-ADE9-3BCAD85BFAD6}" type="presParOf" srcId="{FB99F597-5418-474F-8000-239E7E5C69EB}" destId="{D1639BA3-D590-EA4A-9DE4-9DD5514D7673}" srcOrd="2" destOrd="0" presId="urn:microsoft.com/office/officeart/2005/8/layout/hierarchy2"/>
    <dgm:cxn modelId="{E3DFB062-CAA3-5B49-87CF-EBB23600F739}" type="presParOf" srcId="{D1639BA3-D590-EA4A-9DE4-9DD5514D7673}" destId="{9667F48F-2C5A-9044-91B3-A22BA8FB5DEF}" srcOrd="0" destOrd="0" presId="urn:microsoft.com/office/officeart/2005/8/layout/hierarchy2"/>
    <dgm:cxn modelId="{122411BE-21EE-0B49-806D-37D37045D789}" type="presParOf" srcId="{FB99F597-5418-474F-8000-239E7E5C69EB}" destId="{A29659A8-8FC5-E841-AA4D-50EFF7ADE1FA}" srcOrd="3" destOrd="0" presId="urn:microsoft.com/office/officeart/2005/8/layout/hierarchy2"/>
    <dgm:cxn modelId="{7F5A86CC-984B-4844-B55A-69B9F11A3D5C}" type="presParOf" srcId="{A29659A8-8FC5-E841-AA4D-50EFF7ADE1FA}" destId="{A449B0AA-6D7A-4C41-AB81-4CE7542904D7}" srcOrd="0" destOrd="0" presId="urn:microsoft.com/office/officeart/2005/8/layout/hierarchy2"/>
    <dgm:cxn modelId="{363CB7AE-40FD-3847-B8D6-950D80396F95}" type="presParOf" srcId="{A29659A8-8FC5-E841-AA4D-50EFF7ADE1FA}" destId="{6AAB2A0E-5495-9642-966E-66EAE63BF29C}" srcOrd="1" destOrd="0" presId="urn:microsoft.com/office/officeart/2005/8/layout/hierarchy2"/>
    <dgm:cxn modelId="{7B1D35D3-D07D-A548-9C68-FAE7F43072C3}" type="presParOf" srcId="{6AAB2A0E-5495-9642-966E-66EAE63BF29C}" destId="{99EB960C-0AB5-0E46-82C0-011A2C46D528}" srcOrd="0" destOrd="0" presId="urn:microsoft.com/office/officeart/2005/8/layout/hierarchy2"/>
    <dgm:cxn modelId="{4BE6650C-B28F-0040-8838-77650413CE2A}" type="presParOf" srcId="{99EB960C-0AB5-0E46-82C0-011A2C46D528}" destId="{3ECCD345-5102-4847-8211-D716024EA447}" srcOrd="0" destOrd="0" presId="urn:microsoft.com/office/officeart/2005/8/layout/hierarchy2"/>
    <dgm:cxn modelId="{65B61E77-8C7D-B54A-A664-D9C4D2E4F891}" type="presParOf" srcId="{6AAB2A0E-5495-9642-966E-66EAE63BF29C}" destId="{0EB8FF5F-87F2-4342-BDC5-9B81B1BBC305}" srcOrd="1" destOrd="0" presId="urn:microsoft.com/office/officeart/2005/8/layout/hierarchy2"/>
    <dgm:cxn modelId="{55E8A81C-37A4-F745-A05B-94EBCB1C7D4E}" type="presParOf" srcId="{0EB8FF5F-87F2-4342-BDC5-9B81B1BBC305}" destId="{D79E29BB-6817-1B4D-B893-2F5707AE0C64}" srcOrd="0" destOrd="0" presId="urn:microsoft.com/office/officeart/2005/8/layout/hierarchy2"/>
    <dgm:cxn modelId="{54C5D5C2-D11E-B04F-BD54-72F3802A08D1}" type="presParOf" srcId="{0EB8FF5F-87F2-4342-BDC5-9B81B1BBC305}" destId="{D5DCD01E-D12E-F44F-A928-A9CA896AAE5F}" srcOrd="1" destOrd="0" presId="urn:microsoft.com/office/officeart/2005/8/layout/hierarchy2"/>
    <dgm:cxn modelId="{B6B62D7E-D9C7-124D-AC96-F5C3AEE5395C}" type="presParOf" srcId="{FB99F597-5418-474F-8000-239E7E5C69EB}" destId="{B37B3BF0-3325-994D-BE2F-8A0D700EA184}" srcOrd="4" destOrd="0" presId="urn:microsoft.com/office/officeart/2005/8/layout/hierarchy2"/>
    <dgm:cxn modelId="{EB3BF67B-1E09-1946-8602-C86114D0B3AF}" type="presParOf" srcId="{B37B3BF0-3325-994D-BE2F-8A0D700EA184}" destId="{8BF03775-49C7-E545-B6D4-8485C5E2CDDF}" srcOrd="0" destOrd="0" presId="urn:microsoft.com/office/officeart/2005/8/layout/hierarchy2"/>
    <dgm:cxn modelId="{74CB68BF-2272-6244-8592-C21FDAB10849}" type="presParOf" srcId="{FB99F597-5418-474F-8000-239E7E5C69EB}" destId="{843818F8-2291-5F4F-B515-9109BD130E46}" srcOrd="5" destOrd="0" presId="urn:microsoft.com/office/officeart/2005/8/layout/hierarchy2"/>
    <dgm:cxn modelId="{818A05FF-83CF-2141-A9AE-8EFFB53C0D73}" type="presParOf" srcId="{843818F8-2291-5F4F-B515-9109BD130E46}" destId="{30ECF98D-37BB-EB4C-96AB-39EF90F1F044}" srcOrd="0" destOrd="0" presId="urn:microsoft.com/office/officeart/2005/8/layout/hierarchy2"/>
    <dgm:cxn modelId="{AE80FC62-882B-064F-B286-DBCE43B0330F}" type="presParOf" srcId="{843818F8-2291-5F4F-B515-9109BD130E46}" destId="{3F671C2A-4534-CC4A-BDB8-A587DEAFE6D0}" srcOrd="1" destOrd="0" presId="urn:microsoft.com/office/officeart/2005/8/layout/hierarchy2"/>
    <dgm:cxn modelId="{9AF22175-296C-9B49-B1C6-58632F241C51}" type="presParOf" srcId="{3F671C2A-4534-CC4A-BDB8-A587DEAFE6D0}" destId="{BB84E7AA-3EF5-A549-9102-7FD770964459}" srcOrd="0" destOrd="0" presId="urn:microsoft.com/office/officeart/2005/8/layout/hierarchy2"/>
    <dgm:cxn modelId="{43660B8F-B40B-3247-9F98-2BA35AEA4868}" type="presParOf" srcId="{BB84E7AA-3EF5-A549-9102-7FD770964459}" destId="{DC9FEC71-A126-0740-A4CE-577D197162AC}" srcOrd="0" destOrd="0" presId="urn:microsoft.com/office/officeart/2005/8/layout/hierarchy2"/>
    <dgm:cxn modelId="{22A5F9C5-EEC5-B447-899A-D15C2C334321}" type="presParOf" srcId="{3F671C2A-4534-CC4A-BDB8-A587DEAFE6D0}" destId="{A753D076-53CF-4143-9C6A-AFE576D88E8E}" srcOrd="1" destOrd="0" presId="urn:microsoft.com/office/officeart/2005/8/layout/hierarchy2"/>
    <dgm:cxn modelId="{1CEEEFC2-C0DD-7F45-AC1F-659F9D9B0116}" type="presParOf" srcId="{A753D076-53CF-4143-9C6A-AFE576D88E8E}" destId="{6EA40FA0-ABF9-4F4C-A23E-E6A51FA35AA0}" srcOrd="0" destOrd="0" presId="urn:microsoft.com/office/officeart/2005/8/layout/hierarchy2"/>
    <dgm:cxn modelId="{F0501BF6-0645-AE4A-879A-CFE267FC4E1C}" type="presParOf" srcId="{A753D076-53CF-4143-9C6A-AFE576D88E8E}" destId="{A87BCAC5-8DBB-AE44-9649-6D6B9E94AC6F}" srcOrd="1" destOrd="0" presId="urn:microsoft.com/office/officeart/2005/8/layout/hierarchy2"/>
    <dgm:cxn modelId="{8F69300B-87C9-394A-A4A9-DAE8FBFA8C01}" type="presParOf" srcId="{A87BCAC5-8DBB-AE44-9649-6D6B9E94AC6F}" destId="{926D6D94-8B3D-9243-A59A-C8D826995F0F}" srcOrd="0" destOrd="0" presId="urn:microsoft.com/office/officeart/2005/8/layout/hierarchy2"/>
    <dgm:cxn modelId="{864FB37F-4B4B-154D-8A22-ED2725430865}" type="presParOf" srcId="{926D6D94-8B3D-9243-A59A-C8D826995F0F}" destId="{CE2C2C4A-EBFD-7E46-B628-62E9DD844319}" srcOrd="0" destOrd="0" presId="urn:microsoft.com/office/officeart/2005/8/layout/hierarchy2"/>
    <dgm:cxn modelId="{0723BCCF-24A0-644B-AE4C-A9668388632D}" type="presParOf" srcId="{A87BCAC5-8DBB-AE44-9649-6D6B9E94AC6F}" destId="{6DF46EBF-9AD5-CE41-9DB4-D36314BC9F4F}" srcOrd="1" destOrd="0" presId="urn:microsoft.com/office/officeart/2005/8/layout/hierarchy2"/>
    <dgm:cxn modelId="{5A1846C4-0EC9-D94D-9966-B40BA0521A5F}" type="presParOf" srcId="{6DF46EBF-9AD5-CE41-9DB4-D36314BC9F4F}" destId="{7D1B132A-0268-7F4E-84C6-216FDFC5A7EE}" srcOrd="0" destOrd="0" presId="urn:microsoft.com/office/officeart/2005/8/layout/hierarchy2"/>
    <dgm:cxn modelId="{6866F80D-F79E-0340-9C19-4A0F154C3D27}" type="presParOf" srcId="{6DF46EBF-9AD5-CE41-9DB4-D36314BC9F4F}" destId="{90C2DB7D-1625-404F-A89C-406282106CD7}" srcOrd="1" destOrd="0" presId="urn:microsoft.com/office/officeart/2005/8/layout/hierarchy2"/>
    <dgm:cxn modelId="{3627D922-6E48-7246-BE9B-09F12AEA98EE}" type="presParOf" srcId="{3F671C2A-4534-CC4A-BDB8-A587DEAFE6D0}" destId="{E635DC4D-6E3C-D340-B191-F20A06556E3E}" srcOrd="2" destOrd="0" presId="urn:microsoft.com/office/officeart/2005/8/layout/hierarchy2"/>
    <dgm:cxn modelId="{4F4EB199-6E0B-5E49-ACA6-E5EEE1CBFB87}" type="presParOf" srcId="{E635DC4D-6E3C-D340-B191-F20A06556E3E}" destId="{60A55396-A753-1B48-8192-93DB37BEE3E4}" srcOrd="0" destOrd="0" presId="urn:microsoft.com/office/officeart/2005/8/layout/hierarchy2"/>
    <dgm:cxn modelId="{C037DB9A-224D-2C4F-A3F6-8033B70EEC20}" type="presParOf" srcId="{3F671C2A-4534-CC4A-BDB8-A587DEAFE6D0}" destId="{65382B4C-0322-B744-B9C3-7FFC17BA9ED8}" srcOrd="3" destOrd="0" presId="urn:microsoft.com/office/officeart/2005/8/layout/hierarchy2"/>
    <dgm:cxn modelId="{59F9FFB5-2F75-644A-9104-D7A1D53EC683}" type="presParOf" srcId="{65382B4C-0322-B744-B9C3-7FFC17BA9ED8}" destId="{B8347F9E-5618-C047-8924-848CA72848A0}" srcOrd="0" destOrd="0" presId="urn:microsoft.com/office/officeart/2005/8/layout/hierarchy2"/>
    <dgm:cxn modelId="{7D54B44B-2064-EC46-9790-23E2A5A94C6E}" type="presParOf" srcId="{65382B4C-0322-B744-B9C3-7FFC17BA9ED8}" destId="{D0C49B9B-325D-1E40-BBD0-59FC3056CA02}" srcOrd="1" destOrd="0" presId="urn:microsoft.com/office/officeart/2005/8/layout/hierarchy2"/>
    <dgm:cxn modelId="{C1A56740-F3AE-0A47-8C48-F450D0D11AF0}" type="presParOf" srcId="{D0C49B9B-325D-1E40-BBD0-59FC3056CA02}" destId="{667A5D89-409F-1340-975E-9ABB6EDF296C}" srcOrd="0" destOrd="0" presId="urn:microsoft.com/office/officeart/2005/8/layout/hierarchy2"/>
    <dgm:cxn modelId="{875F62B5-425E-8845-B48F-B70EC29293F4}" type="presParOf" srcId="{667A5D89-409F-1340-975E-9ABB6EDF296C}" destId="{9F9DB243-A41B-B644-968C-3996F4FC469B}" srcOrd="0" destOrd="0" presId="urn:microsoft.com/office/officeart/2005/8/layout/hierarchy2"/>
    <dgm:cxn modelId="{AEB74481-D6DD-3540-9B86-B24B88A02427}" type="presParOf" srcId="{D0C49B9B-325D-1E40-BBD0-59FC3056CA02}" destId="{4B4B4721-D586-A141-B103-B96AE236CA6D}" srcOrd="1" destOrd="0" presId="urn:microsoft.com/office/officeart/2005/8/layout/hierarchy2"/>
    <dgm:cxn modelId="{7D7FD3FC-5770-DF4E-8C65-7EA66D2ED079}" type="presParOf" srcId="{4B4B4721-D586-A141-B103-B96AE236CA6D}" destId="{6A0056A6-2921-2E44-A8A2-2ACF0256EB66}" srcOrd="0" destOrd="0" presId="urn:microsoft.com/office/officeart/2005/8/layout/hierarchy2"/>
    <dgm:cxn modelId="{FBF55355-2C00-5F4C-8995-2919D7BE0431}" type="presParOf" srcId="{4B4B4721-D586-A141-B103-B96AE236CA6D}" destId="{BD92D803-A9E3-774E-B85B-AEC785364048}" srcOrd="1" destOrd="0" presId="urn:microsoft.com/office/officeart/2005/8/layout/hierarchy2"/>
    <dgm:cxn modelId="{6CBE7C5A-F9A2-F748-A859-D2C5C9F85966}" type="presParOf" srcId="{4C714AF8-C7A6-9C41-9DCA-9EECFE5797C4}" destId="{7028CD68-BB42-5E44-9BB3-ADBC73996FB1}" srcOrd="2" destOrd="0" presId="urn:microsoft.com/office/officeart/2005/8/layout/hierarchy2"/>
    <dgm:cxn modelId="{020360E3-9295-7F4E-A21F-352FAA0433DE}" type="presParOf" srcId="{7028CD68-BB42-5E44-9BB3-ADBC73996FB1}" destId="{F652B3FD-0C48-2C4A-BDA0-2045DB7C1AC8}" srcOrd="0" destOrd="0" presId="urn:microsoft.com/office/officeart/2005/8/layout/hierarchy2"/>
    <dgm:cxn modelId="{18A7A511-448F-5E4A-9AD5-38F2230F7FE8}" type="presParOf" srcId="{4C714AF8-C7A6-9C41-9DCA-9EECFE5797C4}" destId="{209042EA-FDF0-134C-9A07-C90803E155D1}" srcOrd="3" destOrd="0" presId="urn:microsoft.com/office/officeart/2005/8/layout/hierarchy2"/>
    <dgm:cxn modelId="{BAC27A09-6AF3-7F46-BAC6-08F60BD88525}" type="presParOf" srcId="{209042EA-FDF0-134C-9A07-C90803E155D1}" destId="{3A1DB1E8-1B23-084F-9408-BABC27379A7B}" srcOrd="0" destOrd="0" presId="urn:microsoft.com/office/officeart/2005/8/layout/hierarchy2"/>
    <dgm:cxn modelId="{861900DF-B746-1E40-80B2-0CD6A876E137}" type="presParOf" srcId="{209042EA-FDF0-134C-9A07-C90803E155D1}" destId="{7570858D-91DB-D249-972F-E5371C13DB8C}" srcOrd="1" destOrd="0" presId="urn:microsoft.com/office/officeart/2005/8/layout/hierarchy2"/>
    <dgm:cxn modelId="{BDC7B791-4F3C-C04F-99CC-DE50B1424669}" type="presParOf" srcId="{7570858D-91DB-D249-972F-E5371C13DB8C}" destId="{A13FA69E-D37C-1D43-827D-2C76488F6A0F}" srcOrd="0" destOrd="0" presId="urn:microsoft.com/office/officeart/2005/8/layout/hierarchy2"/>
    <dgm:cxn modelId="{E85EE5AF-A52E-3248-A00E-4BD81533F8D2}" type="presParOf" srcId="{A13FA69E-D37C-1D43-827D-2C76488F6A0F}" destId="{D3CCE5D1-2BB0-7144-9883-E326E3E20F27}" srcOrd="0" destOrd="0" presId="urn:microsoft.com/office/officeart/2005/8/layout/hierarchy2"/>
    <dgm:cxn modelId="{1FD2193E-A747-EC49-B2A4-D840A2D7359F}" type="presParOf" srcId="{7570858D-91DB-D249-972F-E5371C13DB8C}" destId="{94809A30-E392-5C4B-A41B-DBC566A7EA76}" srcOrd="1" destOrd="0" presId="urn:microsoft.com/office/officeart/2005/8/layout/hierarchy2"/>
    <dgm:cxn modelId="{7FA648DA-B973-9A4E-8681-80073658591A}" type="presParOf" srcId="{94809A30-E392-5C4B-A41B-DBC566A7EA76}" destId="{DBFDCE4D-6848-2E45-B5CC-B47665D04ED8}" srcOrd="0" destOrd="0" presId="urn:microsoft.com/office/officeart/2005/8/layout/hierarchy2"/>
    <dgm:cxn modelId="{67C88CA3-152D-844E-B713-ABF306FCFC05}" type="presParOf" srcId="{94809A30-E392-5C4B-A41B-DBC566A7EA76}" destId="{494046E8-3D88-E44B-9DB6-CCF37620F66B}" srcOrd="1" destOrd="0" presId="urn:microsoft.com/office/officeart/2005/8/layout/hierarchy2"/>
    <dgm:cxn modelId="{813DD8BF-F16C-CF44-A89E-B4AEB252E627}" type="presParOf" srcId="{7570858D-91DB-D249-972F-E5371C13DB8C}" destId="{63724AC3-80F8-5F46-BDB5-01AA2BEBAD76}" srcOrd="2" destOrd="0" presId="urn:microsoft.com/office/officeart/2005/8/layout/hierarchy2"/>
    <dgm:cxn modelId="{AC2667E5-F873-334E-AAAC-CC093C849518}" type="presParOf" srcId="{63724AC3-80F8-5F46-BDB5-01AA2BEBAD76}" destId="{4E71B4AA-BA31-8A4D-9B8D-5BF4E7C0D348}" srcOrd="0" destOrd="0" presId="urn:microsoft.com/office/officeart/2005/8/layout/hierarchy2"/>
    <dgm:cxn modelId="{C2EEAB50-2442-3F41-BCDA-9CB5AF6BE89B}" type="presParOf" srcId="{7570858D-91DB-D249-972F-E5371C13DB8C}" destId="{49F12AE4-BD21-3D49-99EF-3AEC804EAEE0}" srcOrd="3" destOrd="0" presId="urn:microsoft.com/office/officeart/2005/8/layout/hierarchy2"/>
    <dgm:cxn modelId="{970AE931-347D-C84E-9CEC-781815B43282}" type="presParOf" srcId="{49F12AE4-BD21-3D49-99EF-3AEC804EAEE0}" destId="{E8A690EA-CEE1-DD48-A127-EA03C9374AA8}" srcOrd="0" destOrd="0" presId="urn:microsoft.com/office/officeart/2005/8/layout/hierarchy2"/>
    <dgm:cxn modelId="{D9214785-9A5E-8E45-8957-A7943655FB29}" type="presParOf" srcId="{49F12AE4-BD21-3D49-99EF-3AEC804EAEE0}" destId="{2138171B-9DEC-124E-9764-2AE2FCEB7995}" srcOrd="1" destOrd="0" presId="urn:microsoft.com/office/officeart/2005/8/layout/hierarchy2"/>
    <dgm:cxn modelId="{2277675C-7AA1-C643-A02E-CA2C223C86BA}" type="presParOf" srcId="{7570858D-91DB-D249-972F-E5371C13DB8C}" destId="{D5ECBA98-CE52-0B4A-98CA-D34EACFF8819}" srcOrd="4" destOrd="0" presId="urn:microsoft.com/office/officeart/2005/8/layout/hierarchy2"/>
    <dgm:cxn modelId="{6CF66BE9-2B5C-2B4B-8EE9-04170862E403}" type="presParOf" srcId="{D5ECBA98-CE52-0B4A-98CA-D34EACFF8819}" destId="{D55F7519-D1A4-F941-912A-D1CCADC04D1D}" srcOrd="0" destOrd="0" presId="urn:microsoft.com/office/officeart/2005/8/layout/hierarchy2"/>
    <dgm:cxn modelId="{30F349C3-BA3A-B147-B73D-F2F037DDC1E1}" type="presParOf" srcId="{7570858D-91DB-D249-972F-E5371C13DB8C}" destId="{3093321D-BADF-2C44-937B-E51D9A5859CE}" srcOrd="5" destOrd="0" presId="urn:microsoft.com/office/officeart/2005/8/layout/hierarchy2"/>
    <dgm:cxn modelId="{CB6DA00E-8374-194D-AD02-14E3867F6C3B}" type="presParOf" srcId="{3093321D-BADF-2C44-937B-E51D9A5859CE}" destId="{79461BD4-1E79-A946-A6DF-791225F7FCD4}" srcOrd="0" destOrd="0" presId="urn:microsoft.com/office/officeart/2005/8/layout/hierarchy2"/>
    <dgm:cxn modelId="{C5DA9603-ED68-EE41-BDCC-B1BEAF867FC5}" type="presParOf" srcId="{3093321D-BADF-2C44-937B-E51D9A5859CE}" destId="{DB8C603A-DF39-4C4A-ADF9-0FFD1B60A78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C702EA-1F33-6048-89FC-4E56410C1655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B9731B5F-226A-4D44-AEC5-7B592657522E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Memahami</a:t>
          </a:r>
          <a:r>
            <a:rPr lang="en-US" dirty="0"/>
            <a:t> </a:t>
          </a:r>
          <a:r>
            <a:rPr lang="en-US" dirty="0" err="1"/>
            <a:t>permasalahan</a:t>
          </a:r>
          <a:r>
            <a:rPr lang="en-US" dirty="0"/>
            <a:t> dan </a:t>
          </a:r>
          <a:r>
            <a:rPr lang="en-US" dirty="0" err="1"/>
            <a:t>tujuan</a:t>
          </a:r>
          <a:r>
            <a:rPr lang="en-US" dirty="0"/>
            <a:t> </a:t>
          </a:r>
          <a:r>
            <a:rPr lang="en-US" dirty="0" err="1"/>
            <a:t>pengambilan</a:t>
          </a:r>
          <a:r>
            <a:rPr lang="en-US" dirty="0"/>
            <a:t> </a:t>
          </a:r>
          <a:r>
            <a:rPr lang="en-US" dirty="0" err="1"/>
            <a:t>keputusan</a:t>
          </a:r>
          <a:endParaRPr lang="en-US" dirty="0"/>
        </a:p>
      </dgm:t>
    </dgm:pt>
    <dgm:pt modelId="{F6EE1F1E-44A2-C742-95A5-54CC312A8C92}" type="parTrans" cxnId="{40508D90-6B24-9940-B169-AD443994537D}">
      <dgm:prSet/>
      <dgm:spPr/>
      <dgm:t>
        <a:bodyPr/>
        <a:lstStyle/>
        <a:p>
          <a:endParaRPr lang="en-US"/>
        </a:p>
      </dgm:t>
    </dgm:pt>
    <dgm:pt modelId="{2F0AA56B-EBA8-8C4C-A092-680D3B87DFD7}" type="sibTrans" cxnId="{40508D90-6B24-9940-B169-AD443994537D}">
      <dgm:prSet/>
      <dgm:spPr/>
      <dgm:t>
        <a:bodyPr/>
        <a:lstStyle/>
        <a:p>
          <a:endParaRPr lang="en-US"/>
        </a:p>
      </dgm:t>
    </dgm:pt>
    <dgm:pt modelId="{52F9D163-6F64-C143-9CA7-5DFC7E4DD7CC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alternatif</a:t>
          </a:r>
          <a:r>
            <a:rPr lang="en-US" dirty="0"/>
            <a:t> (A</a:t>
          </a:r>
          <a:r>
            <a:rPr lang="en-US" baseline="-25000" dirty="0"/>
            <a:t>1…</a:t>
          </a:r>
          <a:r>
            <a:rPr lang="en-US" baseline="0" dirty="0"/>
            <a:t>A</a:t>
          </a:r>
          <a:r>
            <a:rPr lang="en-US" baseline="-25000" dirty="0"/>
            <a:t>m</a:t>
          </a:r>
          <a:r>
            <a:rPr lang="en-US" baseline="0" dirty="0"/>
            <a:t>)</a:t>
          </a:r>
          <a:endParaRPr lang="en-US" dirty="0"/>
        </a:p>
      </dgm:t>
    </dgm:pt>
    <dgm:pt modelId="{BBE1EA91-47D0-2B40-9ED5-AA5853A274B8}" type="parTrans" cxnId="{FCCEA6C1-C655-6D46-B77D-9C82BCBFFA44}">
      <dgm:prSet/>
      <dgm:spPr/>
      <dgm:t>
        <a:bodyPr/>
        <a:lstStyle/>
        <a:p>
          <a:endParaRPr lang="en-US"/>
        </a:p>
      </dgm:t>
    </dgm:pt>
    <dgm:pt modelId="{9067D77E-FFBD-CF4D-99C9-8771C02844C4}" type="sibTrans" cxnId="{FCCEA6C1-C655-6D46-B77D-9C82BCBFFA44}">
      <dgm:prSet/>
      <dgm:spPr/>
      <dgm:t>
        <a:bodyPr/>
        <a:lstStyle/>
        <a:p>
          <a:endParaRPr lang="en-US"/>
        </a:p>
      </dgm:t>
    </dgm:pt>
    <dgm:pt modelId="{6DA1FB25-7EE9-D54B-9B54-8965BD7F8990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kriteria</a:t>
          </a:r>
          <a:r>
            <a:rPr lang="en-US" dirty="0"/>
            <a:t> (C</a:t>
          </a:r>
          <a:r>
            <a:rPr lang="en-US" baseline="-25000" dirty="0"/>
            <a:t>1</a:t>
          </a:r>
          <a:r>
            <a:rPr lang="en-US" baseline="0" dirty="0"/>
            <a:t>…C</a:t>
          </a:r>
          <a:r>
            <a:rPr lang="en-US" baseline="-25000" dirty="0"/>
            <a:t>n</a:t>
          </a:r>
          <a:r>
            <a:rPr lang="en-US" baseline="0" dirty="0"/>
            <a:t>)</a:t>
          </a:r>
          <a:endParaRPr lang="en-US" dirty="0"/>
        </a:p>
      </dgm:t>
    </dgm:pt>
    <dgm:pt modelId="{8F67C9AE-D7A8-3F43-8698-D23D8962BA48}" type="parTrans" cxnId="{A2DFA3FD-791A-A847-AE70-16C8468CB7C4}">
      <dgm:prSet/>
      <dgm:spPr/>
      <dgm:t>
        <a:bodyPr/>
        <a:lstStyle/>
        <a:p>
          <a:endParaRPr lang="en-US"/>
        </a:p>
      </dgm:t>
    </dgm:pt>
    <dgm:pt modelId="{85FFA90C-6632-4F4D-A617-725304B73177}" type="sibTrans" cxnId="{A2DFA3FD-791A-A847-AE70-16C8468CB7C4}">
      <dgm:prSet/>
      <dgm:spPr/>
      <dgm:t>
        <a:bodyPr/>
        <a:lstStyle/>
        <a:p>
          <a:endParaRPr lang="en-US"/>
        </a:p>
      </dgm:t>
    </dgm:pt>
    <dgm:pt modelId="{45CC4FA3-903F-0D43-90D9-B4C3227C312D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kriteria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alternatif</a:t>
          </a:r>
          <a:endParaRPr lang="en-US" dirty="0"/>
        </a:p>
      </dgm:t>
    </dgm:pt>
    <dgm:pt modelId="{790AA8E7-2A0B-C647-AF03-A48D2C9B87BC}" type="parTrans" cxnId="{82B5263E-EEEB-A647-BFD6-5FF3FC1C335F}">
      <dgm:prSet/>
      <dgm:spPr/>
      <dgm:t>
        <a:bodyPr/>
        <a:lstStyle/>
        <a:p>
          <a:endParaRPr lang="en-US"/>
        </a:p>
      </dgm:t>
    </dgm:pt>
    <dgm:pt modelId="{D43DBABF-87C0-6D45-9018-2B6F0CEDA797}" type="sibTrans" cxnId="{82B5263E-EEEB-A647-BFD6-5FF3FC1C335F}">
      <dgm:prSet/>
      <dgm:spPr/>
      <dgm:t>
        <a:bodyPr/>
        <a:lstStyle/>
        <a:p>
          <a:endParaRPr lang="en-US"/>
        </a:p>
      </dgm:t>
    </dgm:pt>
    <dgm:pt modelId="{ED522906-4F70-F347-BB65-9C87BA46D2D4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Normalisasi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kriteria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alternatif</a:t>
          </a:r>
          <a:endParaRPr lang="en-US" dirty="0"/>
        </a:p>
      </dgm:t>
    </dgm:pt>
    <dgm:pt modelId="{C4554B88-79A3-F040-B58A-DF5ED923219C}" type="parTrans" cxnId="{325E42CC-BCF2-FE4F-8BFB-DC0B6A32335C}">
      <dgm:prSet/>
      <dgm:spPr/>
      <dgm:t>
        <a:bodyPr/>
        <a:lstStyle/>
        <a:p>
          <a:endParaRPr lang="en-US"/>
        </a:p>
      </dgm:t>
    </dgm:pt>
    <dgm:pt modelId="{AB3BBF29-FE5C-AD48-8D75-C1B95BF062A1}" type="sibTrans" cxnId="{325E42CC-BCF2-FE4F-8BFB-DC0B6A32335C}">
      <dgm:prSet/>
      <dgm:spPr/>
      <dgm:t>
        <a:bodyPr/>
        <a:lstStyle/>
        <a:p>
          <a:endParaRPr lang="en-US"/>
        </a:p>
      </dgm:t>
    </dgm:pt>
    <dgm:pt modelId="{3BC087B9-B58A-864A-86A8-50DD00AE1802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Menentukan</a:t>
          </a:r>
          <a:r>
            <a:rPr lang="en-US" dirty="0"/>
            <a:t> </a:t>
          </a:r>
          <a:r>
            <a:rPr lang="en-US" dirty="0" err="1"/>
            <a:t>bobot</a:t>
          </a:r>
          <a:r>
            <a:rPr lang="en-US" dirty="0"/>
            <a:t> </a:t>
          </a:r>
          <a:r>
            <a:rPr lang="en-US" dirty="0" err="1"/>
            <a:t>setiap</a:t>
          </a:r>
          <a:r>
            <a:rPr lang="en-US" dirty="0"/>
            <a:t> </a:t>
          </a:r>
          <a:r>
            <a:rPr lang="en-US" dirty="0" err="1"/>
            <a:t>kriteria</a:t>
          </a:r>
          <a:r>
            <a:rPr lang="en-US" dirty="0"/>
            <a:t> (w</a:t>
          </a:r>
          <a:r>
            <a:rPr lang="en-US" baseline="-25000" dirty="0"/>
            <a:t>1</a:t>
          </a:r>
          <a:r>
            <a:rPr lang="en-US" baseline="0" dirty="0"/>
            <a:t>…</a:t>
          </a:r>
          <a:r>
            <a:rPr lang="en-US" baseline="0" dirty="0" err="1"/>
            <a:t>w</a:t>
          </a:r>
          <a:r>
            <a:rPr lang="en-US" baseline="-25000" dirty="0" err="1"/>
            <a:t>n</a:t>
          </a:r>
          <a:r>
            <a:rPr lang="en-US" baseline="0" dirty="0"/>
            <a:t>)</a:t>
          </a:r>
          <a:endParaRPr lang="en-US" dirty="0"/>
        </a:p>
      </dgm:t>
    </dgm:pt>
    <dgm:pt modelId="{13A72D7A-947B-0043-A488-4855E35E72E3}" type="parTrans" cxnId="{93B1A63B-9613-9848-BFB1-B6084FE264AF}">
      <dgm:prSet/>
      <dgm:spPr/>
      <dgm:t>
        <a:bodyPr/>
        <a:lstStyle/>
        <a:p>
          <a:endParaRPr lang="en-US"/>
        </a:p>
      </dgm:t>
    </dgm:pt>
    <dgm:pt modelId="{4D286EDE-97D7-B646-8D8E-364D65EC80C8}" type="sibTrans" cxnId="{93B1A63B-9613-9848-BFB1-B6084FE264AF}">
      <dgm:prSet/>
      <dgm:spPr/>
      <dgm:t>
        <a:bodyPr/>
        <a:lstStyle/>
        <a:p>
          <a:endParaRPr lang="en-US"/>
        </a:p>
      </dgm:t>
    </dgm:pt>
    <dgm:pt modelId="{99AA12E5-48A5-724C-ACBB-5C3D376D3659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 err="1"/>
            <a:t>Menghitung</a:t>
          </a:r>
          <a:r>
            <a:rPr lang="en-US" dirty="0"/>
            <a:t> </a:t>
          </a:r>
          <a:r>
            <a:rPr lang="en-US" dirty="0" err="1"/>
            <a:t>nilai</a:t>
          </a:r>
          <a:r>
            <a:rPr lang="en-US" dirty="0"/>
            <a:t> </a:t>
          </a:r>
          <a:r>
            <a:rPr lang="en-US" dirty="0" err="1"/>
            <a:t>alternatif</a:t>
          </a:r>
          <a:r>
            <a:rPr lang="en-US" dirty="0"/>
            <a:t> </a:t>
          </a:r>
        </a:p>
      </dgm:t>
    </dgm:pt>
    <dgm:pt modelId="{6E27F351-F1FD-3347-9338-FA18E21760AA}" type="parTrans" cxnId="{ABAEC715-7A26-CB45-BCA4-8C9B56E1C192}">
      <dgm:prSet/>
      <dgm:spPr/>
      <dgm:t>
        <a:bodyPr/>
        <a:lstStyle/>
        <a:p>
          <a:endParaRPr lang="en-US"/>
        </a:p>
      </dgm:t>
    </dgm:pt>
    <dgm:pt modelId="{43E75556-99AA-3246-B6C7-E3633B629022}" type="sibTrans" cxnId="{ABAEC715-7A26-CB45-BCA4-8C9B56E1C192}">
      <dgm:prSet/>
      <dgm:spPr/>
      <dgm:t>
        <a:bodyPr/>
        <a:lstStyle/>
        <a:p>
          <a:endParaRPr lang="en-US"/>
        </a:p>
      </dgm:t>
    </dgm:pt>
    <dgm:pt modelId="{34E64AA3-D351-B244-A9C9-FEB8EF0B5D5B}">
      <dgm:prSet phldrT="[Text]"/>
      <dgm:spPr>
        <a:solidFill>
          <a:srgbClr val="0E1F43"/>
        </a:solidFill>
      </dgm:spPr>
      <dgm:t>
        <a:bodyPr/>
        <a:lstStyle/>
        <a:p>
          <a:r>
            <a:rPr lang="en-US" dirty="0"/>
            <a:t>Uji </a:t>
          </a:r>
          <a:r>
            <a:rPr lang="en-US" dirty="0" err="1"/>
            <a:t>sensitivitas</a:t>
          </a:r>
          <a:endParaRPr lang="en-US" dirty="0"/>
        </a:p>
      </dgm:t>
    </dgm:pt>
    <dgm:pt modelId="{2E4E2E3A-C90F-E342-AAC1-CA5CF959115C}" type="parTrans" cxnId="{983A9347-EBB8-7D42-A662-38B49AB02B06}">
      <dgm:prSet/>
      <dgm:spPr/>
      <dgm:t>
        <a:bodyPr/>
        <a:lstStyle/>
        <a:p>
          <a:endParaRPr lang="en-US"/>
        </a:p>
      </dgm:t>
    </dgm:pt>
    <dgm:pt modelId="{98848F52-7F5C-D84A-A250-4CA8259493D8}" type="sibTrans" cxnId="{983A9347-EBB8-7D42-A662-38B49AB02B06}">
      <dgm:prSet/>
      <dgm:spPr/>
      <dgm:t>
        <a:bodyPr/>
        <a:lstStyle/>
        <a:p>
          <a:endParaRPr lang="en-US"/>
        </a:p>
      </dgm:t>
    </dgm:pt>
    <dgm:pt modelId="{0E335DB5-5E98-CC4C-B315-6CA948AF558A}" type="pres">
      <dgm:prSet presAssocID="{DAC702EA-1F33-6048-89FC-4E56410C1655}" presName="linearFlow" presStyleCnt="0">
        <dgm:presLayoutVars>
          <dgm:resizeHandles val="exact"/>
        </dgm:presLayoutVars>
      </dgm:prSet>
      <dgm:spPr/>
    </dgm:pt>
    <dgm:pt modelId="{4EEEFB30-A447-8441-ADBA-BBD1D75C3B48}" type="pres">
      <dgm:prSet presAssocID="{B9731B5F-226A-4D44-AEC5-7B592657522E}" presName="node" presStyleLbl="node1" presStyleIdx="0" presStyleCnt="8" custScaleX="375431" custLinFactNeighborY="12354">
        <dgm:presLayoutVars>
          <dgm:bulletEnabled val="1"/>
        </dgm:presLayoutVars>
      </dgm:prSet>
      <dgm:spPr/>
    </dgm:pt>
    <dgm:pt modelId="{0C86FA99-3123-4846-BE70-8721F98F307D}" type="pres">
      <dgm:prSet presAssocID="{2F0AA56B-EBA8-8C4C-A092-680D3B87DFD7}" presName="sibTrans" presStyleLbl="sibTrans2D1" presStyleIdx="0" presStyleCnt="7"/>
      <dgm:spPr/>
    </dgm:pt>
    <dgm:pt modelId="{0AB721BD-8D29-D040-A51D-5E33C174C263}" type="pres">
      <dgm:prSet presAssocID="{2F0AA56B-EBA8-8C4C-A092-680D3B87DFD7}" presName="connectorText" presStyleLbl="sibTrans2D1" presStyleIdx="0" presStyleCnt="7"/>
      <dgm:spPr/>
    </dgm:pt>
    <dgm:pt modelId="{D8C1E5E0-AF0F-E944-AAE1-DC1CAA40C9B5}" type="pres">
      <dgm:prSet presAssocID="{52F9D163-6F64-C143-9CA7-5DFC7E4DD7CC}" presName="node" presStyleLbl="node1" presStyleIdx="1" presStyleCnt="8" custScaleX="375431" custLinFactNeighborY="12354">
        <dgm:presLayoutVars>
          <dgm:bulletEnabled val="1"/>
        </dgm:presLayoutVars>
      </dgm:prSet>
      <dgm:spPr/>
    </dgm:pt>
    <dgm:pt modelId="{7B709095-3BC7-6844-A90D-B4AA5CD2EBFC}" type="pres">
      <dgm:prSet presAssocID="{9067D77E-FFBD-CF4D-99C9-8771C02844C4}" presName="sibTrans" presStyleLbl="sibTrans2D1" presStyleIdx="1" presStyleCnt="7"/>
      <dgm:spPr/>
    </dgm:pt>
    <dgm:pt modelId="{1A72E730-27A8-AD42-A934-25F775D14E26}" type="pres">
      <dgm:prSet presAssocID="{9067D77E-FFBD-CF4D-99C9-8771C02844C4}" presName="connectorText" presStyleLbl="sibTrans2D1" presStyleIdx="1" presStyleCnt="7"/>
      <dgm:spPr/>
    </dgm:pt>
    <dgm:pt modelId="{37F22BCE-C0C9-CE4E-8B21-9566E6667FA5}" type="pres">
      <dgm:prSet presAssocID="{6DA1FB25-7EE9-D54B-9B54-8965BD7F8990}" presName="node" presStyleLbl="node1" presStyleIdx="2" presStyleCnt="8" custScaleX="375431" custLinFactNeighborY="12354">
        <dgm:presLayoutVars>
          <dgm:bulletEnabled val="1"/>
        </dgm:presLayoutVars>
      </dgm:prSet>
      <dgm:spPr/>
    </dgm:pt>
    <dgm:pt modelId="{B3149629-87B3-9942-8D43-478ACC7A6192}" type="pres">
      <dgm:prSet presAssocID="{85FFA90C-6632-4F4D-A617-725304B73177}" presName="sibTrans" presStyleLbl="sibTrans2D1" presStyleIdx="2" presStyleCnt="7"/>
      <dgm:spPr/>
    </dgm:pt>
    <dgm:pt modelId="{30C2294E-EE8F-5648-A2E8-6DC4F841F73E}" type="pres">
      <dgm:prSet presAssocID="{85FFA90C-6632-4F4D-A617-725304B73177}" presName="connectorText" presStyleLbl="sibTrans2D1" presStyleIdx="2" presStyleCnt="7"/>
      <dgm:spPr/>
    </dgm:pt>
    <dgm:pt modelId="{F5138C5C-C7D8-8346-9B88-C4E70C8AE284}" type="pres">
      <dgm:prSet presAssocID="{45CC4FA3-903F-0D43-90D9-B4C3227C312D}" presName="node" presStyleLbl="node1" presStyleIdx="3" presStyleCnt="8" custScaleX="375431" custLinFactNeighborY="12354">
        <dgm:presLayoutVars>
          <dgm:bulletEnabled val="1"/>
        </dgm:presLayoutVars>
      </dgm:prSet>
      <dgm:spPr/>
    </dgm:pt>
    <dgm:pt modelId="{D8A69B3B-20B3-AE43-9707-F42717C95D45}" type="pres">
      <dgm:prSet presAssocID="{D43DBABF-87C0-6D45-9018-2B6F0CEDA797}" presName="sibTrans" presStyleLbl="sibTrans2D1" presStyleIdx="3" presStyleCnt="7"/>
      <dgm:spPr/>
    </dgm:pt>
    <dgm:pt modelId="{D4293F4D-E001-994D-A3FE-FCC5521AD038}" type="pres">
      <dgm:prSet presAssocID="{D43DBABF-87C0-6D45-9018-2B6F0CEDA797}" presName="connectorText" presStyleLbl="sibTrans2D1" presStyleIdx="3" presStyleCnt="7"/>
      <dgm:spPr/>
    </dgm:pt>
    <dgm:pt modelId="{8465CB7F-BDA6-8A49-9A49-8071BD815241}" type="pres">
      <dgm:prSet presAssocID="{ED522906-4F70-F347-BB65-9C87BA46D2D4}" presName="node" presStyleLbl="node1" presStyleIdx="4" presStyleCnt="8" custScaleX="374703" custLinFactNeighborY="12354">
        <dgm:presLayoutVars>
          <dgm:bulletEnabled val="1"/>
        </dgm:presLayoutVars>
      </dgm:prSet>
      <dgm:spPr/>
    </dgm:pt>
    <dgm:pt modelId="{FC98F177-F98E-7E40-905B-1D5DC44D5850}" type="pres">
      <dgm:prSet presAssocID="{AB3BBF29-FE5C-AD48-8D75-C1B95BF062A1}" presName="sibTrans" presStyleLbl="sibTrans2D1" presStyleIdx="4" presStyleCnt="7"/>
      <dgm:spPr/>
    </dgm:pt>
    <dgm:pt modelId="{57FAEEB6-E226-7C4D-B2B7-AAEA3D4EF76E}" type="pres">
      <dgm:prSet presAssocID="{AB3BBF29-FE5C-AD48-8D75-C1B95BF062A1}" presName="connectorText" presStyleLbl="sibTrans2D1" presStyleIdx="4" presStyleCnt="7"/>
      <dgm:spPr/>
    </dgm:pt>
    <dgm:pt modelId="{CD1676FE-3225-B245-B365-D7D6B1B178BE}" type="pres">
      <dgm:prSet presAssocID="{3BC087B9-B58A-864A-86A8-50DD00AE1802}" presName="node" presStyleLbl="node1" presStyleIdx="5" presStyleCnt="8" custScaleX="374703" custLinFactNeighborY="12354">
        <dgm:presLayoutVars>
          <dgm:bulletEnabled val="1"/>
        </dgm:presLayoutVars>
      </dgm:prSet>
      <dgm:spPr/>
    </dgm:pt>
    <dgm:pt modelId="{47ED99B8-6739-484F-9D1E-5A88AF6494C7}" type="pres">
      <dgm:prSet presAssocID="{4D286EDE-97D7-B646-8D8E-364D65EC80C8}" presName="sibTrans" presStyleLbl="sibTrans2D1" presStyleIdx="5" presStyleCnt="7"/>
      <dgm:spPr/>
    </dgm:pt>
    <dgm:pt modelId="{BDF4AF92-0784-1942-A3F6-72BF36D628CE}" type="pres">
      <dgm:prSet presAssocID="{4D286EDE-97D7-B646-8D8E-364D65EC80C8}" presName="connectorText" presStyleLbl="sibTrans2D1" presStyleIdx="5" presStyleCnt="7"/>
      <dgm:spPr/>
    </dgm:pt>
    <dgm:pt modelId="{156DB119-8D21-DC4F-B95C-70384D4ABC18}" type="pres">
      <dgm:prSet presAssocID="{99AA12E5-48A5-724C-ACBB-5C3D376D3659}" presName="node" presStyleLbl="node1" presStyleIdx="6" presStyleCnt="8" custScaleX="374703" custLinFactNeighborY="12354">
        <dgm:presLayoutVars>
          <dgm:bulletEnabled val="1"/>
        </dgm:presLayoutVars>
      </dgm:prSet>
      <dgm:spPr/>
    </dgm:pt>
    <dgm:pt modelId="{906C832D-226C-8642-A44E-6851C51491E1}" type="pres">
      <dgm:prSet presAssocID="{43E75556-99AA-3246-B6C7-E3633B629022}" presName="sibTrans" presStyleLbl="sibTrans2D1" presStyleIdx="6" presStyleCnt="7"/>
      <dgm:spPr/>
    </dgm:pt>
    <dgm:pt modelId="{AEB8DEF4-3FB0-D845-9AAA-98D2D4A2CB59}" type="pres">
      <dgm:prSet presAssocID="{43E75556-99AA-3246-B6C7-E3633B629022}" presName="connectorText" presStyleLbl="sibTrans2D1" presStyleIdx="6" presStyleCnt="7"/>
      <dgm:spPr/>
    </dgm:pt>
    <dgm:pt modelId="{A61225A6-F8B0-DC4B-A335-66D7E7420907}" type="pres">
      <dgm:prSet presAssocID="{34E64AA3-D351-B244-A9C9-FEB8EF0B5D5B}" presName="node" presStyleLbl="node1" presStyleIdx="7" presStyleCnt="8" custScaleX="374703">
        <dgm:presLayoutVars>
          <dgm:bulletEnabled val="1"/>
        </dgm:presLayoutVars>
      </dgm:prSet>
      <dgm:spPr/>
    </dgm:pt>
  </dgm:ptLst>
  <dgm:cxnLst>
    <dgm:cxn modelId="{E893BD11-7C12-1F47-A814-61F2CFF292BF}" type="presOf" srcId="{4D286EDE-97D7-B646-8D8E-364D65EC80C8}" destId="{BDF4AF92-0784-1942-A3F6-72BF36D628CE}" srcOrd="1" destOrd="0" presId="urn:microsoft.com/office/officeart/2005/8/layout/process2"/>
    <dgm:cxn modelId="{ABAEC715-7A26-CB45-BCA4-8C9B56E1C192}" srcId="{DAC702EA-1F33-6048-89FC-4E56410C1655}" destId="{99AA12E5-48A5-724C-ACBB-5C3D376D3659}" srcOrd="6" destOrd="0" parTransId="{6E27F351-F1FD-3347-9338-FA18E21760AA}" sibTransId="{43E75556-99AA-3246-B6C7-E3633B629022}"/>
    <dgm:cxn modelId="{53D7DC18-625B-BD46-A029-990AD865C6CE}" type="presOf" srcId="{2F0AA56B-EBA8-8C4C-A092-680D3B87DFD7}" destId="{0C86FA99-3123-4846-BE70-8721F98F307D}" srcOrd="0" destOrd="0" presId="urn:microsoft.com/office/officeart/2005/8/layout/process2"/>
    <dgm:cxn modelId="{3116461D-E24D-C147-A9D3-AB1FB8DEFDA5}" type="presOf" srcId="{85FFA90C-6632-4F4D-A617-725304B73177}" destId="{B3149629-87B3-9942-8D43-478ACC7A6192}" srcOrd="0" destOrd="0" presId="urn:microsoft.com/office/officeart/2005/8/layout/process2"/>
    <dgm:cxn modelId="{CD294B25-0543-774B-8B5C-BA4DF8E12B9F}" type="presOf" srcId="{45CC4FA3-903F-0D43-90D9-B4C3227C312D}" destId="{F5138C5C-C7D8-8346-9B88-C4E70C8AE284}" srcOrd="0" destOrd="0" presId="urn:microsoft.com/office/officeart/2005/8/layout/process2"/>
    <dgm:cxn modelId="{A9FF0D2F-7AE3-504E-BCAA-4094296D33C2}" type="presOf" srcId="{3BC087B9-B58A-864A-86A8-50DD00AE1802}" destId="{CD1676FE-3225-B245-B365-D7D6B1B178BE}" srcOrd="0" destOrd="0" presId="urn:microsoft.com/office/officeart/2005/8/layout/process2"/>
    <dgm:cxn modelId="{93B1A63B-9613-9848-BFB1-B6084FE264AF}" srcId="{DAC702EA-1F33-6048-89FC-4E56410C1655}" destId="{3BC087B9-B58A-864A-86A8-50DD00AE1802}" srcOrd="5" destOrd="0" parTransId="{13A72D7A-947B-0043-A488-4855E35E72E3}" sibTransId="{4D286EDE-97D7-B646-8D8E-364D65EC80C8}"/>
    <dgm:cxn modelId="{82B5263E-EEEB-A647-BFD6-5FF3FC1C335F}" srcId="{DAC702EA-1F33-6048-89FC-4E56410C1655}" destId="{45CC4FA3-903F-0D43-90D9-B4C3227C312D}" srcOrd="3" destOrd="0" parTransId="{790AA8E7-2A0B-C647-AF03-A48D2C9B87BC}" sibTransId="{D43DBABF-87C0-6D45-9018-2B6F0CEDA797}"/>
    <dgm:cxn modelId="{7192DD5F-364B-DD4C-B9EF-EBE6E3D9C70F}" type="presOf" srcId="{D43DBABF-87C0-6D45-9018-2B6F0CEDA797}" destId="{D8A69B3B-20B3-AE43-9707-F42717C95D45}" srcOrd="0" destOrd="0" presId="urn:microsoft.com/office/officeart/2005/8/layout/process2"/>
    <dgm:cxn modelId="{983A9347-EBB8-7D42-A662-38B49AB02B06}" srcId="{DAC702EA-1F33-6048-89FC-4E56410C1655}" destId="{34E64AA3-D351-B244-A9C9-FEB8EF0B5D5B}" srcOrd="7" destOrd="0" parTransId="{2E4E2E3A-C90F-E342-AAC1-CA5CF959115C}" sibTransId="{98848F52-7F5C-D84A-A250-4CA8259493D8}"/>
    <dgm:cxn modelId="{C3565869-7140-DA49-B4A9-B43277BAE836}" type="presOf" srcId="{AB3BBF29-FE5C-AD48-8D75-C1B95BF062A1}" destId="{57FAEEB6-E226-7C4D-B2B7-AAEA3D4EF76E}" srcOrd="1" destOrd="0" presId="urn:microsoft.com/office/officeart/2005/8/layout/process2"/>
    <dgm:cxn modelId="{16879E6E-0CB6-5943-884E-55E109B6F17C}" type="presOf" srcId="{43E75556-99AA-3246-B6C7-E3633B629022}" destId="{AEB8DEF4-3FB0-D845-9AAA-98D2D4A2CB59}" srcOrd="1" destOrd="0" presId="urn:microsoft.com/office/officeart/2005/8/layout/process2"/>
    <dgm:cxn modelId="{728AEC4F-8246-A045-873F-B79AA5FD6D6F}" type="presOf" srcId="{9067D77E-FFBD-CF4D-99C9-8771C02844C4}" destId="{7B709095-3BC7-6844-A90D-B4AA5CD2EBFC}" srcOrd="0" destOrd="0" presId="urn:microsoft.com/office/officeart/2005/8/layout/process2"/>
    <dgm:cxn modelId="{04AD527C-7EA6-D948-94F6-16B52A352A3B}" type="presOf" srcId="{DAC702EA-1F33-6048-89FC-4E56410C1655}" destId="{0E335DB5-5E98-CC4C-B315-6CA948AF558A}" srcOrd="0" destOrd="0" presId="urn:microsoft.com/office/officeart/2005/8/layout/process2"/>
    <dgm:cxn modelId="{E886098B-1070-0548-AA68-E1E2B43331DE}" type="presOf" srcId="{85FFA90C-6632-4F4D-A617-725304B73177}" destId="{30C2294E-EE8F-5648-A2E8-6DC4F841F73E}" srcOrd="1" destOrd="0" presId="urn:microsoft.com/office/officeart/2005/8/layout/process2"/>
    <dgm:cxn modelId="{F7D1AA8F-BEFF-E543-9D68-0F50E9C22A80}" type="presOf" srcId="{ED522906-4F70-F347-BB65-9C87BA46D2D4}" destId="{8465CB7F-BDA6-8A49-9A49-8071BD815241}" srcOrd="0" destOrd="0" presId="urn:microsoft.com/office/officeart/2005/8/layout/process2"/>
    <dgm:cxn modelId="{40508D90-6B24-9940-B169-AD443994537D}" srcId="{DAC702EA-1F33-6048-89FC-4E56410C1655}" destId="{B9731B5F-226A-4D44-AEC5-7B592657522E}" srcOrd="0" destOrd="0" parTransId="{F6EE1F1E-44A2-C742-95A5-54CC312A8C92}" sibTransId="{2F0AA56B-EBA8-8C4C-A092-680D3B87DFD7}"/>
    <dgm:cxn modelId="{6F3D0F91-D0DF-9141-A066-E57C0B37B295}" type="presOf" srcId="{AB3BBF29-FE5C-AD48-8D75-C1B95BF062A1}" destId="{FC98F177-F98E-7E40-905B-1D5DC44D5850}" srcOrd="0" destOrd="0" presId="urn:microsoft.com/office/officeart/2005/8/layout/process2"/>
    <dgm:cxn modelId="{BD2A98A2-E270-CF4D-9C69-FB8430859A69}" type="presOf" srcId="{9067D77E-FFBD-CF4D-99C9-8771C02844C4}" destId="{1A72E730-27A8-AD42-A934-25F775D14E26}" srcOrd="1" destOrd="0" presId="urn:microsoft.com/office/officeart/2005/8/layout/process2"/>
    <dgm:cxn modelId="{ECD1E4A5-D325-E64C-84C0-B96B103332FF}" type="presOf" srcId="{99AA12E5-48A5-724C-ACBB-5C3D376D3659}" destId="{156DB119-8D21-DC4F-B95C-70384D4ABC18}" srcOrd="0" destOrd="0" presId="urn:microsoft.com/office/officeart/2005/8/layout/process2"/>
    <dgm:cxn modelId="{99D5F5AA-FA88-CA4E-B868-8734705B0295}" type="presOf" srcId="{34E64AA3-D351-B244-A9C9-FEB8EF0B5D5B}" destId="{A61225A6-F8B0-DC4B-A335-66D7E7420907}" srcOrd="0" destOrd="0" presId="urn:microsoft.com/office/officeart/2005/8/layout/process2"/>
    <dgm:cxn modelId="{02ADCCBE-D71F-264A-BD91-4DA21DE90FD5}" type="presOf" srcId="{43E75556-99AA-3246-B6C7-E3633B629022}" destId="{906C832D-226C-8642-A44E-6851C51491E1}" srcOrd="0" destOrd="0" presId="urn:microsoft.com/office/officeart/2005/8/layout/process2"/>
    <dgm:cxn modelId="{FCCEA6C1-C655-6D46-B77D-9C82BCBFFA44}" srcId="{DAC702EA-1F33-6048-89FC-4E56410C1655}" destId="{52F9D163-6F64-C143-9CA7-5DFC7E4DD7CC}" srcOrd="1" destOrd="0" parTransId="{BBE1EA91-47D0-2B40-9ED5-AA5853A274B8}" sibTransId="{9067D77E-FFBD-CF4D-99C9-8771C02844C4}"/>
    <dgm:cxn modelId="{325E42CC-BCF2-FE4F-8BFB-DC0B6A32335C}" srcId="{DAC702EA-1F33-6048-89FC-4E56410C1655}" destId="{ED522906-4F70-F347-BB65-9C87BA46D2D4}" srcOrd="4" destOrd="0" parTransId="{C4554B88-79A3-F040-B58A-DF5ED923219C}" sibTransId="{AB3BBF29-FE5C-AD48-8D75-C1B95BF062A1}"/>
    <dgm:cxn modelId="{2312D0CF-2C59-CB44-8D4B-13DECFA92395}" type="presOf" srcId="{2F0AA56B-EBA8-8C4C-A092-680D3B87DFD7}" destId="{0AB721BD-8D29-D040-A51D-5E33C174C263}" srcOrd="1" destOrd="0" presId="urn:microsoft.com/office/officeart/2005/8/layout/process2"/>
    <dgm:cxn modelId="{81F3D8E7-0AE1-1A40-9D83-02E71C4AE2D1}" type="presOf" srcId="{52F9D163-6F64-C143-9CA7-5DFC7E4DD7CC}" destId="{D8C1E5E0-AF0F-E944-AAE1-DC1CAA40C9B5}" srcOrd="0" destOrd="0" presId="urn:microsoft.com/office/officeart/2005/8/layout/process2"/>
    <dgm:cxn modelId="{1BDF3CF1-F7D1-1D42-8DF2-C22DA6F3A7C4}" type="presOf" srcId="{B9731B5F-226A-4D44-AEC5-7B592657522E}" destId="{4EEEFB30-A447-8441-ADBA-BBD1D75C3B48}" srcOrd="0" destOrd="0" presId="urn:microsoft.com/office/officeart/2005/8/layout/process2"/>
    <dgm:cxn modelId="{665A47F8-E615-0744-B592-DFE37E9F6F7E}" type="presOf" srcId="{6DA1FB25-7EE9-D54B-9B54-8965BD7F8990}" destId="{37F22BCE-C0C9-CE4E-8B21-9566E6667FA5}" srcOrd="0" destOrd="0" presId="urn:microsoft.com/office/officeart/2005/8/layout/process2"/>
    <dgm:cxn modelId="{7F2EA2F9-C4DF-CC49-8514-F9D00C155A3D}" type="presOf" srcId="{D43DBABF-87C0-6D45-9018-2B6F0CEDA797}" destId="{D4293F4D-E001-994D-A3FE-FCC5521AD038}" srcOrd="1" destOrd="0" presId="urn:microsoft.com/office/officeart/2005/8/layout/process2"/>
    <dgm:cxn modelId="{A2DFA3FD-791A-A847-AE70-16C8468CB7C4}" srcId="{DAC702EA-1F33-6048-89FC-4E56410C1655}" destId="{6DA1FB25-7EE9-D54B-9B54-8965BD7F8990}" srcOrd="2" destOrd="0" parTransId="{8F67C9AE-D7A8-3F43-8698-D23D8962BA48}" sibTransId="{85FFA90C-6632-4F4D-A617-725304B73177}"/>
    <dgm:cxn modelId="{FB56C5FF-F566-D84F-BE7F-F2A11D222C4F}" type="presOf" srcId="{4D286EDE-97D7-B646-8D8E-364D65EC80C8}" destId="{47ED99B8-6739-484F-9D1E-5A88AF6494C7}" srcOrd="0" destOrd="0" presId="urn:microsoft.com/office/officeart/2005/8/layout/process2"/>
    <dgm:cxn modelId="{011E2183-7E50-994B-BEC7-63392687AC1F}" type="presParOf" srcId="{0E335DB5-5E98-CC4C-B315-6CA948AF558A}" destId="{4EEEFB30-A447-8441-ADBA-BBD1D75C3B48}" srcOrd="0" destOrd="0" presId="urn:microsoft.com/office/officeart/2005/8/layout/process2"/>
    <dgm:cxn modelId="{56E6ABFC-00ED-C54C-8F4E-65BF59140990}" type="presParOf" srcId="{0E335DB5-5E98-CC4C-B315-6CA948AF558A}" destId="{0C86FA99-3123-4846-BE70-8721F98F307D}" srcOrd="1" destOrd="0" presId="urn:microsoft.com/office/officeart/2005/8/layout/process2"/>
    <dgm:cxn modelId="{F9BA497B-6739-A347-A473-37A54B36A90D}" type="presParOf" srcId="{0C86FA99-3123-4846-BE70-8721F98F307D}" destId="{0AB721BD-8D29-D040-A51D-5E33C174C263}" srcOrd="0" destOrd="0" presId="urn:microsoft.com/office/officeart/2005/8/layout/process2"/>
    <dgm:cxn modelId="{99A8669E-690A-7843-BCBC-992B4C10944D}" type="presParOf" srcId="{0E335DB5-5E98-CC4C-B315-6CA948AF558A}" destId="{D8C1E5E0-AF0F-E944-AAE1-DC1CAA40C9B5}" srcOrd="2" destOrd="0" presId="urn:microsoft.com/office/officeart/2005/8/layout/process2"/>
    <dgm:cxn modelId="{ADCC6E66-6B3A-DE4B-BC02-85F78F58EBE9}" type="presParOf" srcId="{0E335DB5-5E98-CC4C-B315-6CA948AF558A}" destId="{7B709095-3BC7-6844-A90D-B4AA5CD2EBFC}" srcOrd="3" destOrd="0" presId="urn:microsoft.com/office/officeart/2005/8/layout/process2"/>
    <dgm:cxn modelId="{085C91E8-D2B6-B74D-8475-61212E25E6D2}" type="presParOf" srcId="{7B709095-3BC7-6844-A90D-B4AA5CD2EBFC}" destId="{1A72E730-27A8-AD42-A934-25F775D14E26}" srcOrd="0" destOrd="0" presId="urn:microsoft.com/office/officeart/2005/8/layout/process2"/>
    <dgm:cxn modelId="{55917072-FB6D-884A-8F81-4A7F27732919}" type="presParOf" srcId="{0E335DB5-5E98-CC4C-B315-6CA948AF558A}" destId="{37F22BCE-C0C9-CE4E-8B21-9566E6667FA5}" srcOrd="4" destOrd="0" presId="urn:microsoft.com/office/officeart/2005/8/layout/process2"/>
    <dgm:cxn modelId="{A0F6226A-3177-2B48-B6E5-3B62AC96D633}" type="presParOf" srcId="{0E335DB5-5E98-CC4C-B315-6CA948AF558A}" destId="{B3149629-87B3-9942-8D43-478ACC7A6192}" srcOrd="5" destOrd="0" presId="urn:microsoft.com/office/officeart/2005/8/layout/process2"/>
    <dgm:cxn modelId="{6EAE8CC5-4DF5-424A-BB3B-B482A5D731AA}" type="presParOf" srcId="{B3149629-87B3-9942-8D43-478ACC7A6192}" destId="{30C2294E-EE8F-5648-A2E8-6DC4F841F73E}" srcOrd="0" destOrd="0" presId="urn:microsoft.com/office/officeart/2005/8/layout/process2"/>
    <dgm:cxn modelId="{29AC8A26-05F9-9244-ABAF-6F9E3963AB28}" type="presParOf" srcId="{0E335DB5-5E98-CC4C-B315-6CA948AF558A}" destId="{F5138C5C-C7D8-8346-9B88-C4E70C8AE284}" srcOrd="6" destOrd="0" presId="urn:microsoft.com/office/officeart/2005/8/layout/process2"/>
    <dgm:cxn modelId="{16CD8DB5-CF9E-E447-8D2F-9F64093D6DC9}" type="presParOf" srcId="{0E335DB5-5E98-CC4C-B315-6CA948AF558A}" destId="{D8A69B3B-20B3-AE43-9707-F42717C95D45}" srcOrd="7" destOrd="0" presId="urn:microsoft.com/office/officeart/2005/8/layout/process2"/>
    <dgm:cxn modelId="{AD9CBCB2-8670-5449-9F73-E6421DFDFCDC}" type="presParOf" srcId="{D8A69B3B-20B3-AE43-9707-F42717C95D45}" destId="{D4293F4D-E001-994D-A3FE-FCC5521AD038}" srcOrd="0" destOrd="0" presId="urn:microsoft.com/office/officeart/2005/8/layout/process2"/>
    <dgm:cxn modelId="{447A9AD6-644F-3946-B7B6-6B3EFE2656EF}" type="presParOf" srcId="{0E335DB5-5E98-CC4C-B315-6CA948AF558A}" destId="{8465CB7F-BDA6-8A49-9A49-8071BD815241}" srcOrd="8" destOrd="0" presId="urn:microsoft.com/office/officeart/2005/8/layout/process2"/>
    <dgm:cxn modelId="{34E68115-F6F7-AD42-ABDC-370F2652BD8E}" type="presParOf" srcId="{0E335DB5-5E98-CC4C-B315-6CA948AF558A}" destId="{FC98F177-F98E-7E40-905B-1D5DC44D5850}" srcOrd="9" destOrd="0" presId="urn:microsoft.com/office/officeart/2005/8/layout/process2"/>
    <dgm:cxn modelId="{D0092ACF-230A-E844-95D3-5A9D76546517}" type="presParOf" srcId="{FC98F177-F98E-7E40-905B-1D5DC44D5850}" destId="{57FAEEB6-E226-7C4D-B2B7-AAEA3D4EF76E}" srcOrd="0" destOrd="0" presId="urn:microsoft.com/office/officeart/2005/8/layout/process2"/>
    <dgm:cxn modelId="{4771780F-4A46-6C47-AE97-C43F7A23E22B}" type="presParOf" srcId="{0E335DB5-5E98-CC4C-B315-6CA948AF558A}" destId="{CD1676FE-3225-B245-B365-D7D6B1B178BE}" srcOrd="10" destOrd="0" presId="urn:microsoft.com/office/officeart/2005/8/layout/process2"/>
    <dgm:cxn modelId="{321468F7-1021-B74A-B33A-0B5AB0426DF8}" type="presParOf" srcId="{0E335DB5-5E98-CC4C-B315-6CA948AF558A}" destId="{47ED99B8-6739-484F-9D1E-5A88AF6494C7}" srcOrd="11" destOrd="0" presId="urn:microsoft.com/office/officeart/2005/8/layout/process2"/>
    <dgm:cxn modelId="{E8602AB7-B374-8347-B93D-CCB6383FD315}" type="presParOf" srcId="{47ED99B8-6739-484F-9D1E-5A88AF6494C7}" destId="{BDF4AF92-0784-1942-A3F6-72BF36D628CE}" srcOrd="0" destOrd="0" presId="urn:microsoft.com/office/officeart/2005/8/layout/process2"/>
    <dgm:cxn modelId="{AC83EB9A-9876-A441-937C-D289CCF79124}" type="presParOf" srcId="{0E335DB5-5E98-CC4C-B315-6CA948AF558A}" destId="{156DB119-8D21-DC4F-B95C-70384D4ABC18}" srcOrd="12" destOrd="0" presId="urn:microsoft.com/office/officeart/2005/8/layout/process2"/>
    <dgm:cxn modelId="{1D5C6E96-4C1A-624B-8638-A3565487B0A9}" type="presParOf" srcId="{0E335DB5-5E98-CC4C-B315-6CA948AF558A}" destId="{906C832D-226C-8642-A44E-6851C51491E1}" srcOrd="13" destOrd="0" presId="urn:microsoft.com/office/officeart/2005/8/layout/process2"/>
    <dgm:cxn modelId="{EBA2383B-0634-F149-B708-72707B8838E1}" type="presParOf" srcId="{906C832D-226C-8642-A44E-6851C51491E1}" destId="{AEB8DEF4-3FB0-D845-9AAA-98D2D4A2CB59}" srcOrd="0" destOrd="0" presId="urn:microsoft.com/office/officeart/2005/8/layout/process2"/>
    <dgm:cxn modelId="{54C36656-9E53-2D49-A85E-4D91D1ECCF0F}" type="presParOf" srcId="{0E335DB5-5E98-CC4C-B315-6CA948AF558A}" destId="{A61225A6-F8B0-DC4B-A335-66D7E7420907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243705-43BA-6B41-BE3B-194AE201BCD5}">
      <dsp:nvSpPr>
        <dsp:cNvPr id="0" name=""/>
        <dsp:cNvSpPr/>
      </dsp:nvSpPr>
      <dsp:spPr>
        <a:xfrm>
          <a:off x="839626" y="2254025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MCDM</a:t>
          </a:r>
        </a:p>
      </dsp:txBody>
      <dsp:txXfrm>
        <a:off x="859587" y="2273986"/>
        <a:ext cx="1323083" cy="641580"/>
      </dsp:txXfrm>
    </dsp:sp>
    <dsp:sp modelId="{184A7248-3A4C-8743-A9FD-BAE059C6D92F}">
      <dsp:nvSpPr>
        <dsp:cNvPr id="0" name=""/>
        <dsp:cNvSpPr/>
      </dsp:nvSpPr>
      <dsp:spPr>
        <a:xfrm rot="17590528">
          <a:off x="1782557" y="1945715"/>
          <a:ext cx="1385350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385350" y="1228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40599" y="1923364"/>
        <a:ext cx="69267" cy="69267"/>
      </dsp:txXfrm>
    </dsp:sp>
    <dsp:sp modelId="{A61630C5-EDBF-9D40-B460-4611CED11A6A}">
      <dsp:nvSpPr>
        <dsp:cNvPr id="0" name=""/>
        <dsp:cNvSpPr/>
      </dsp:nvSpPr>
      <dsp:spPr>
        <a:xfrm>
          <a:off x="2747834" y="980467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MADM</a:t>
          </a:r>
        </a:p>
      </dsp:txBody>
      <dsp:txXfrm>
        <a:off x="2767795" y="1000428"/>
        <a:ext cx="1323083" cy="641580"/>
      </dsp:txXfrm>
    </dsp:sp>
    <dsp:sp modelId="{C7235946-ECB3-2843-BF36-D82C3FDFEF38}">
      <dsp:nvSpPr>
        <dsp:cNvPr id="0" name=""/>
        <dsp:cNvSpPr/>
      </dsp:nvSpPr>
      <dsp:spPr>
        <a:xfrm rot="17945813">
          <a:off x="3822864" y="819106"/>
          <a:ext cx="1121150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121150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5411" y="803360"/>
        <a:ext cx="56057" cy="56057"/>
      </dsp:txXfrm>
    </dsp:sp>
    <dsp:sp modelId="{3B4081CA-32FF-7543-9329-60B96C91D24C}">
      <dsp:nvSpPr>
        <dsp:cNvPr id="0" name=""/>
        <dsp:cNvSpPr/>
      </dsp:nvSpPr>
      <dsp:spPr>
        <a:xfrm>
          <a:off x="4656041" y="807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Evaluating</a:t>
          </a:r>
        </a:p>
      </dsp:txBody>
      <dsp:txXfrm>
        <a:off x="4676002" y="20768"/>
        <a:ext cx="1323083" cy="641580"/>
      </dsp:txXfrm>
    </dsp:sp>
    <dsp:sp modelId="{347CE2FA-3E07-DD45-8546-8DE4D582E1E8}">
      <dsp:nvSpPr>
        <dsp:cNvPr id="0" name=""/>
        <dsp:cNvSpPr/>
      </dsp:nvSpPr>
      <dsp:spPr>
        <a:xfrm>
          <a:off x="6019046" y="329276"/>
          <a:ext cx="54520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5202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78017" y="327928"/>
        <a:ext cx="27260" cy="27260"/>
      </dsp:txXfrm>
    </dsp:sp>
    <dsp:sp modelId="{883802FD-A340-854E-B156-7E1CBCA0E73C}">
      <dsp:nvSpPr>
        <dsp:cNvPr id="0" name=""/>
        <dsp:cNvSpPr/>
      </dsp:nvSpPr>
      <dsp:spPr>
        <a:xfrm>
          <a:off x="6564248" y="807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DEMATEL, ISM, SEM</a:t>
          </a:r>
        </a:p>
      </dsp:txBody>
      <dsp:txXfrm>
        <a:off x="6584209" y="20768"/>
        <a:ext cx="1323083" cy="641580"/>
      </dsp:txXfrm>
    </dsp:sp>
    <dsp:sp modelId="{D1639BA3-D590-EA4A-9DE4-9DD5514D7673}">
      <dsp:nvSpPr>
        <dsp:cNvPr id="0" name=""/>
        <dsp:cNvSpPr/>
      </dsp:nvSpPr>
      <dsp:spPr>
        <a:xfrm rot="20413970">
          <a:off x="4093770" y="1210970"/>
          <a:ext cx="579339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79339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68956" y="1208769"/>
        <a:ext cx="28966" cy="28966"/>
      </dsp:txXfrm>
    </dsp:sp>
    <dsp:sp modelId="{A449B0AA-6D7A-4C41-AB81-4CE7542904D7}">
      <dsp:nvSpPr>
        <dsp:cNvPr id="0" name=""/>
        <dsp:cNvSpPr/>
      </dsp:nvSpPr>
      <dsp:spPr>
        <a:xfrm>
          <a:off x="4656041" y="784535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Weighting</a:t>
          </a:r>
        </a:p>
      </dsp:txBody>
      <dsp:txXfrm>
        <a:off x="4676002" y="804496"/>
        <a:ext cx="1323083" cy="641580"/>
      </dsp:txXfrm>
    </dsp:sp>
    <dsp:sp modelId="{99EB960C-0AB5-0E46-82C0-011A2C46D528}">
      <dsp:nvSpPr>
        <dsp:cNvPr id="0" name=""/>
        <dsp:cNvSpPr/>
      </dsp:nvSpPr>
      <dsp:spPr>
        <a:xfrm>
          <a:off x="6019046" y="1113004"/>
          <a:ext cx="54520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5202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78017" y="1111656"/>
        <a:ext cx="27260" cy="27260"/>
      </dsp:txXfrm>
    </dsp:sp>
    <dsp:sp modelId="{D79E29BB-6817-1B4D-B893-2F5707AE0C64}">
      <dsp:nvSpPr>
        <dsp:cNvPr id="0" name=""/>
        <dsp:cNvSpPr/>
      </dsp:nvSpPr>
      <dsp:spPr>
        <a:xfrm>
          <a:off x="6564248" y="784535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ANP, AHP, NN Weighting</a:t>
          </a:r>
        </a:p>
      </dsp:txBody>
      <dsp:txXfrm>
        <a:off x="6584209" y="804496"/>
        <a:ext cx="1323083" cy="641580"/>
      </dsp:txXfrm>
    </dsp:sp>
    <dsp:sp modelId="{B37B3BF0-3325-994D-BE2F-8A0D700EA184}">
      <dsp:nvSpPr>
        <dsp:cNvPr id="0" name=""/>
        <dsp:cNvSpPr/>
      </dsp:nvSpPr>
      <dsp:spPr>
        <a:xfrm rot="3654187">
          <a:off x="3822864" y="1798766"/>
          <a:ext cx="1121150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121150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5411" y="1783020"/>
        <a:ext cx="56057" cy="56057"/>
      </dsp:txXfrm>
    </dsp:sp>
    <dsp:sp modelId="{30ECF98D-37BB-EB4C-96AB-39EF90F1F044}">
      <dsp:nvSpPr>
        <dsp:cNvPr id="0" name=""/>
        <dsp:cNvSpPr/>
      </dsp:nvSpPr>
      <dsp:spPr>
        <a:xfrm>
          <a:off x="4656041" y="1960127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Normalization</a:t>
          </a:r>
        </a:p>
      </dsp:txBody>
      <dsp:txXfrm>
        <a:off x="4676002" y="1980088"/>
        <a:ext cx="1323083" cy="641580"/>
      </dsp:txXfrm>
    </dsp:sp>
    <dsp:sp modelId="{BB84E7AA-3EF5-A549-9102-7FD770964459}">
      <dsp:nvSpPr>
        <dsp:cNvPr id="0" name=""/>
        <dsp:cNvSpPr/>
      </dsp:nvSpPr>
      <dsp:spPr>
        <a:xfrm rot="19457599">
          <a:off x="5955938" y="2092664"/>
          <a:ext cx="671418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1418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74862" y="2088161"/>
        <a:ext cx="33570" cy="33570"/>
      </dsp:txXfrm>
    </dsp:sp>
    <dsp:sp modelId="{6EA40FA0-ABF9-4F4C-A23E-E6A51FA35AA0}">
      <dsp:nvSpPr>
        <dsp:cNvPr id="0" name=""/>
        <dsp:cNvSpPr/>
      </dsp:nvSpPr>
      <dsp:spPr>
        <a:xfrm>
          <a:off x="6564248" y="1568263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Additive</a:t>
          </a:r>
        </a:p>
      </dsp:txBody>
      <dsp:txXfrm>
        <a:off x="6584209" y="1588224"/>
        <a:ext cx="1323083" cy="641580"/>
      </dsp:txXfrm>
    </dsp:sp>
    <dsp:sp modelId="{926D6D94-8B3D-9243-A59A-C8D826995F0F}">
      <dsp:nvSpPr>
        <dsp:cNvPr id="0" name=""/>
        <dsp:cNvSpPr/>
      </dsp:nvSpPr>
      <dsp:spPr>
        <a:xfrm>
          <a:off x="7927253" y="1896732"/>
          <a:ext cx="54520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5202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86224" y="1895384"/>
        <a:ext cx="27260" cy="27260"/>
      </dsp:txXfrm>
    </dsp:sp>
    <dsp:sp modelId="{7D1B132A-0268-7F4E-84C6-216FDFC5A7EE}">
      <dsp:nvSpPr>
        <dsp:cNvPr id="0" name=""/>
        <dsp:cNvSpPr/>
      </dsp:nvSpPr>
      <dsp:spPr>
        <a:xfrm>
          <a:off x="8472456" y="1568263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TOPSIS, SAW, ELECTREE</a:t>
          </a:r>
          <a:r>
            <a:rPr lang="en-US" sz="1200" kern="1200"/>
            <a:t>, PROMETHEE, VIKOR</a:t>
          </a:r>
          <a:endParaRPr lang="en-US" sz="1200" kern="1200" dirty="0"/>
        </a:p>
      </dsp:txBody>
      <dsp:txXfrm>
        <a:off x="8492417" y="1588224"/>
        <a:ext cx="1323083" cy="641580"/>
      </dsp:txXfrm>
    </dsp:sp>
    <dsp:sp modelId="{E635DC4D-6E3C-D340-B191-F20A06556E3E}">
      <dsp:nvSpPr>
        <dsp:cNvPr id="0" name=""/>
        <dsp:cNvSpPr/>
      </dsp:nvSpPr>
      <dsp:spPr>
        <a:xfrm rot="2142401">
          <a:off x="5955938" y="2484528"/>
          <a:ext cx="671418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671418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74862" y="2480025"/>
        <a:ext cx="33570" cy="33570"/>
      </dsp:txXfrm>
    </dsp:sp>
    <dsp:sp modelId="{B8347F9E-5618-C047-8924-848CA72848A0}">
      <dsp:nvSpPr>
        <dsp:cNvPr id="0" name=""/>
        <dsp:cNvSpPr/>
      </dsp:nvSpPr>
      <dsp:spPr>
        <a:xfrm>
          <a:off x="6564248" y="2351991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Non-Additive</a:t>
          </a:r>
        </a:p>
      </dsp:txBody>
      <dsp:txXfrm>
        <a:off x="6584209" y="2371952"/>
        <a:ext cx="1323083" cy="641580"/>
      </dsp:txXfrm>
    </dsp:sp>
    <dsp:sp modelId="{667A5D89-409F-1340-975E-9ABB6EDF296C}">
      <dsp:nvSpPr>
        <dsp:cNvPr id="0" name=""/>
        <dsp:cNvSpPr/>
      </dsp:nvSpPr>
      <dsp:spPr>
        <a:xfrm>
          <a:off x="7927253" y="2680460"/>
          <a:ext cx="54520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5202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86224" y="2679112"/>
        <a:ext cx="27260" cy="27260"/>
      </dsp:txXfrm>
    </dsp:sp>
    <dsp:sp modelId="{6A0056A6-2921-2E44-A8A2-2ACF0256EB66}">
      <dsp:nvSpPr>
        <dsp:cNvPr id="0" name=""/>
        <dsp:cNvSpPr/>
      </dsp:nvSpPr>
      <dsp:spPr>
        <a:xfrm>
          <a:off x="8472456" y="2351991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Fuzzy, NN</a:t>
          </a:r>
        </a:p>
      </dsp:txBody>
      <dsp:txXfrm>
        <a:off x="8492417" y="2371952"/>
        <a:ext cx="1323083" cy="641580"/>
      </dsp:txXfrm>
    </dsp:sp>
    <dsp:sp modelId="{7028CD68-BB42-5E44-9BB3-ADBC73996FB1}">
      <dsp:nvSpPr>
        <dsp:cNvPr id="0" name=""/>
        <dsp:cNvSpPr/>
      </dsp:nvSpPr>
      <dsp:spPr>
        <a:xfrm rot="4009472">
          <a:off x="1782557" y="3219273"/>
          <a:ext cx="1385350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1385350" y="12282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40599" y="3196922"/>
        <a:ext cx="69267" cy="69267"/>
      </dsp:txXfrm>
    </dsp:sp>
    <dsp:sp modelId="{3A1DB1E8-1B23-084F-9408-BABC27379A7B}">
      <dsp:nvSpPr>
        <dsp:cNvPr id="0" name=""/>
        <dsp:cNvSpPr/>
      </dsp:nvSpPr>
      <dsp:spPr>
        <a:xfrm>
          <a:off x="2747834" y="3527583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MODM</a:t>
          </a:r>
        </a:p>
      </dsp:txBody>
      <dsp:txXfrm>
        <a:off x="2767795" y="3547544"/>
        <a:ext cx="1323083" cy="641580"/>
      </dsp:txXfrm>
    </dsp:sp>
    <dsp:sp modelId="{A13FA69E-D37C-1D43-827D-2C76488F6A0F}">
      <dsp:nvSpPr>
        <dsp:cNvPr id="0" name=""/>
        <dsp:cNvSpPr/>
      </dsp:nvSpPr>
      <dsp:spPr>
        <a:xfrm rot="18289469">
          <a:off x="3906084" y="3464188"/>
          <a:ext cx="954711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954711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9572" y="3452603"/>
        <a:ext cx="47735" cy="47735"/>
      </dsp:txXfrm>
    </dsp:sp>
    <dsp:sp modelId="{DBFDCE4D-6848-2E45-B5CC-B47665D04ED8}">
      <dsp:nvSpPr>
        <dsp:cNvPr id="0" name=""/>
        <dsp:cNvSpPr/>
      </dsp:nvSpPr>
      <dsp:spPr>
        <a:xfrm>
          <a:off x="4656041" y="2743855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Multi-attributes Utility Analysis</a:t>
          </a:r>
        </a:p>
      </dsp:txBody>
      <dsp:txXfrm>
        <a:off x="4676002" y="2763816"/>
        <a:ext cx="1323083" cy="641580"/>
      </dsp:txXfrm>
    </dsp:sp>
    <dsp:sp modelId="{63724AC3-80F8-5F46-BDB5-01AA2BEBAD76}">
      <dsp:nvSpPr>
        <dsp:cNvPr id="0" name=""/>
        <dsp:cNvSpPr/>
      </dsp:nvSpPr>
      <dsp:spPr>
        <a:xfrm>
          <a:off x="4110839" y="3856052"/>
          <a:ext cx="545202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545202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69810" y="3854704"/>
        <a:ext cx="27260" cy="27260"/>
      </dsp:txXfrm>
    </dsp:sp>
    <dsp:sp modelId="{E8A690EA-CEE1-DD48-A127-EA03C9374AA8}">
      <dsp:nvSpPr>
        <dsp:cNvPr id="0" name=""/>
        <dsp:cNvSpPr/>
      </dsp:nvSpPr>
      <dsp:spPr>
        <a:xfrm>
          <a:off x="4656041" y="3527583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Goal Programming</a:t>
          </a:r>
        </a:p>
      </dsp:txBody>
      <dsp:txXfrm>
        <a:off x="4676002" y="3547544"/>
        <a:ext cx="1323083" cy="641580"/>
      </dsp:txXfrm>
    </dsp:sp>
    <dsp:sp modelId="{D5ECBA98-CE52-0B4A-98CA-D34EACFF8819}">
      <dsp:nvSpPr>
        <dsp:cNvPr id="0" name=""/>
        <dsp:cNvSpPr/>
      </dsp:nvSpPr>
      <dsp:spPr>
        <a:xfrm rot="3310531">
          <a:off x="3906084" y="4247916"/>
          <a:ext cx="954711" cy="24565"/>
        </a:xfrm>
        <a:custGeom>
          <a:avLst/>
          <a:gdLst/>
          <a:ahLst/>
          <a:cxnLst/>
          <a:rect l="0" t="0" r="0" b="0"/>
          <a:pathLst>
            <a:path>
              <a:moveTo>
                <a:pt x="0" y="12282"/>
              </a:moveTo>
              <a:lnTo>
                <a:pt x="954711" y="12282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9572" y="4236331"/>
        <a:ext cx="47735" cy="47735"/>
      </dsp:txXfrm>
    </dsp:sp>
    <dsp:sp modelId="{79461BD4-1E79-A946-A6DF-791225F7FCD4}">
      <dsp:nvSpPr>
        <dsp:cNvPr id="0" name=""/>
        <dsp:cNvSpPr/>
      </dsp:nvSpPr>
      <dsp:spPr>
        <a:xfrm>
          <a:off x="4656041" y="4311311"/>
          <a:ext cx="1363005" cy="6815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Genetic Algorithm (GA) dan Neural Network (NN)</a:t>
          </a:r>
        </a:p>
      </dsp:txBody>
      <dsp:txXfrm>
        <a:off x="4676002" y="4331272"/>
        <a:ext cx="1323083" cy="6415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EFB30-A447-8441-ADBA-BBD1D75C3B48}">
      <dsp:nvSpPr>
        <dsp:cNvPr id="0" name=""/>
        <dsp:cNvSpPr/>
      </dsp:nvSpPr>
      <dsp:spPr>
        <a:xfrm>
          <a:off x="2020409" y="27843"/>
          <a:ext cx="6474780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Memahami</a:t>
          </a:r>
          <a:r>
            <a:rPr lang="en-US" sz="1600" kern="1200" dirty="0"/>
            <a:t> </a:t>
          </a:r>
          <a:r>
            <a:rPr lang="en-US" sz="1600" kern="1200" dirty="0" err="1"/>
            <a:t>permasalahan</a:t>
          </a:r>
          <a:r>
            <a:rPr lang="en-US" sz="1600" kern="1200" dirty="0"/>
            <a:t> dan </a:t>
          </a:r>
          <a:r>
            <a:rPr lang="en-US" sz="1600" kern="1200" dirty="0" err="1"/>
            <a:t>tujuan</a:t>
          </a:r>
          <a:r>
            <a:rPr lang="en-US" sz="1600" kern="1200" dirty="0"/>
            <a:t> </a:t>
          </a:r>
          <a:r>
            <a:rPr lang="en-US" sz="1600" kern="1200" dirty="0" err="1"/>
            <a:t>pengambilan</a:t>
          </a:r>
          <a:r>
            <a:rPr lang="en-US" sz="1600" kern="1200" dirty="0"/>
            <a:t> </a:t>
          </a:r>
          <a:r>
            <a:rPr lang="en-US" sz="1600" kern="1200" dirty="0" err="1"/>
            <a:t>keputusan</a:t>
          </a:r>
          <a:endParaRPr lang="en-US" sz="1600" kern="1200" dirty="0"/>
        </a:p>
      </dsp:txBody>
      <dsp:txXfrm>
        <a:off x="2033037" y="40471"/>
        <a:ext cx="6449524" cy="405900"/>
      </dsp:txXfrm>
    </dsp:sp>
    <dsp:sp modelId="{0C86FA99-3123-4846-BE70-8721F98F307D}">
      <dsp:nvSpPr>
        <dsp:cNvPr id="0" name=""/>
        <dsp:cNvSpPr/>
      </dsp:nvSpPr>
      <dsp:spPr>
        <a:xfrm rot="5400000">
          <a:off x="5176958" y="469779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485948"/>
        <a:ext cx="116412" cy="113178"/>
      </dsp:txXfrm>
    </dsp:sp>
    <dsp:sp modelId="{D8C1E5E0-AF0F-E944-AAE1-DC1CAA40C9B5}">
      <dsp:nvSpPr>
        <dsp:cNvPr id="0" name=""/>
        <dsp:cNvSpPr/>
      </dsp:nvSpPr>
      <dsp:spPr>
        <a:xfrm>
          <a:off x="2020409" y="674578"/>
          <a:ext cx="6474780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Menentukan</a:t>
          </a:r>
          <a:r>
            <a:rPr lang="en-US" sz="1600" kern="1200" dirty="0"/>
            <a:t> </a:t>
          </a:r>
          <a:r>
            <a:rPr lang="en-US" sz="1600" kern="1200" dirty="0" err="1"/>
            <a:t>alternatif</a:t>
          </a:r>
          <a:r>
            <a:rPr lang="en-US" sz="1600" kern="1200" dirty="0"/>
            <a:t> (A</a:t>
          </a:r>
          <a:r>
            <a:rPr lang="en-US" sz="1600" kern="1200" baseline="-25000" dirty="0"/>
            <a:t>1…</a:t>
          </a:r>
          <a:r>
            <a:rPr lang="en-US" sz="1600" kern="1200" baseline="0" dirty="0"/>
            <a:t>A</a:t>
          </a:r>
          <a:r>
            <a:rPr lang="en-US" sz="1600" kern="1200" baseline="-25000" dirty="0"/>
            <a:t>m</a:t>
          </a:r>
          <a:r>
            <a:rPr lang="en-US" sz="1600" kern="1200" baseline="0" dirty="0"/>
            <a:t>)</a:t>
          </a:r>
          <a:endParaRPr lang="en-US" sz="1600" kern="1200" dirty="0"/>
        </a:p>
      </dsp:txBody>
      <dsp:txXfrm>
        <a:off x="2033037" y="687206"/>
        <a:ext cx="6449524" cy="405900"/>
      </dsp:txXfrm>
    </dsp:sp>
    <dsp:sp modelId="{7B709095-3BC7-6844-A90D-B4AA5CD2EBFC}">
      <dsp:nvSpPr>
        <dsp:cNvPr id="0" name=""/>
        <dsp:cNvSpPr/>
      </dsp:nvSpPr>
      <dsp:spPr>
        <a:xfrm rot="5400000">
          <a:off x="5176958" y="1116513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1132682"/>
        <a:ext cx="116412" cy="113178"/>
      </dsp:txXfrm>
    </dsp:sp>
    <dsp:sp modelId="{37F22BCE-C0C9-CE4E-8B21-9566E6667FA5}">
      <dsp:nvSpPr>
        <dsp:cNvPr id="0" name=""/>
        <dsp:cNvSpPr/>
      </dsp:nvSpPr>
      <dsp:spPr>
        <a:xfrm>
          <a:off x="2020409" y="1321313"/>
          <a:ext cx="6474780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Menentukan</a:t>
          </a:r>
          <a:r>
            <a:rPr lang="en-US" sz="1600" kern="1200" dirty="0"/>
            <a:t> </a:t>
          </a:r>
          <a:r>
            <a:rPr lang="en-US" sz="1600" kern="1200" dirty="0" err="1"/>
            <a:t>kriteria</a:t>
          </a:r>
          <a:r>
            <a:rPr lang="en-US" sz="1600" kern="1200" dirty="0"/>
            <a:t> (C</a:t>
          </a:r>
          <a:r>
            <a:rPr lang="en-US" sz="1600" kern="1200" baseline="-25000" dirty="0"/>
            <a:t>1</a:t>
          </a:r>
          <a:r>
            <a:rPr lang="en-US" sz="1600" kern="1200" baseline="0" dirty="0"/>
            <a:t>…C</a:t>
          </a:r>
          <a:r>
            <a:rPr lang="en-US" sz="1600" kern="1200" baseline="-25000" dirty="0"/>
            <a:t>n</a:t>
          </a:r>
          <a:r>
            <a:rPr lang="en-US" sz="1600" kern="1200" baseline="0" dirty="0"/>
            <a:t>)</a:t>
          </a:r>
          <a:endParaRPr lang="en-US" sz="1600" kern="1200" dirty="0"/>
        </a:p>
      </dsp:txBody>
      <dsp:txXfrm>
        <a:off x="2033037" y="1333941"/>
        <a:ext cx="6449524" cy="405900"/>
      </dsp:txXfrm>
    </dsp:sp>
    <dsp:sp modelId="{B3149629-87B3-9942-8D43-478ACC7A6192}">
      <dsp:nvSpPr>
        <dsp:cNvPr id="0" name=""/>
        <dsp:cNvSpPr/>
      </dsp:nvSpPr>
      <dsp:spPr>
        <a:xfrm rot="5400000">
          <a:off x="5176958" y="1763248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1779417"/>
        <a:ext cx="116412" cy="113178"/>
      </dsp:txXfrm>
    </dsp:sp>
    <dsp:sp modelId="{F5138C5C-C7D8-8346-9B88-C4E70C8AE284}">
      <dsp:nvSpPr>
        <dsp:cNvPr id="0" name=""/>
        <dsp:cNvSpPr/>
      </dsp:nvSpPr>
      <dsp:spPr>
        <a:xfrm>
          <a:off x="2020409" y="1968047"/>
          <a:ext cx="6474780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Menentukan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</a:t>
          </a: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kriteria</a:t>
          </a:r>
          <a:r>
            <a:rPr lang="en-US" sz="1600" kern="1200" dirty="0"/>
            <a:t> </a:t>
          </a:r>
          <a:r>
            <a:rPr lang="en-US" sz="1600" kern="1200" dirty="0" err="1"/>
            <a:t>untuk</a:t>
          </a:r>
          <a:r>
            <a:rPr lang="en-US" sz="1600" kern="1200" dirty="0"/>
            <a:t> </a:t>
          </a: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alternatif</a:t>
          </a:r>
          <a:endParaRPr lang="en-US" sz="1600" kern="1200" dirty="0"/>
        </a:p>
      </dsp:txBody>
      <dsp:txXfrm>
        <a:off x="2033037" y="1980675"/>
        <a:ext cx="6449524" cy="405900"/>
      </dsp:txXfrm>
    </dsp:sp>
    <dsp:sp modelId="{D8A69B3B-20B3-AE43-9707-F42717C95D45}">
      <dsp:nvSpPr>
        <dsp:cNvPr id="0" name=""/>
        <dsp:cNvSpPr/>
      </dsp:nvSpPr>
      <dsp:spPr>
        <a:xfrm rot="5400000">
          <a:off x="5176958" y="2409983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2426152"/>
        <a:ext cx="116412" cy="113178"/>
      </dsp:txXfrm>
    </dsp:sp>
    <dsp:sp modelId="{8465CB7F-BDA6-8A49-9A49-8071BD815241}">
      <dsp:nvSpPr>
        <dsp:cNvPr id="0" name=""/>
        <dsp:cNvSpPr/>
      </dsp:nvSpPr>
      <dsp:spPr>
        <a:xfrm>
          <a:off x="2026687" y="2614782"/>
          <a:ext cx="6462225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Normalisasi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</a:t>
          </a: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kriteria</a:t>
          </a:r>
          <a:r>
            <a:rPr lang="en-US" sz="1600" kern="1200" dirty="0"/>
            <a:t> </a:t>
          </a:r>
          <a:r>
            <a:rPr lang="en-US" sz="1600" kern="1200" dirty="0" err="1"/>
            <a:t>untuk</a:t>
          </a:r>
          <a:r>
            <a:rPr lang="en-US" sz="1600" kern="1200" dirty="0"/>
            <a:t> </a:t>
          </a: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alternatif</a:t>
          </a:r>
          <a:endParaRPr lang="en-US" sz="1600" kern="1200" dirty="0"/>
        </a:p>
      </dsp:txBody>
      <dsp:txXfrm>
        <a:off x="2039315" y="2627410"/>
        <a:ext cx="6436969" cy="405900"/>
      </dsp:txXfrm>
    </dsp:sp>
    <dsp:sp modelId="{FC98F177-F98E-7E40-905B-1D5DC44D5850}">
      <dsp:nvSpPr>
        <dsp:cNvPr id="0" name=""/>
        <dsp:cNvSpPr/>
      </dsp:nvSpPr>
      <dsp:spPr>
        <a:xfrm rot="5400000">
          <a:off x="5176958" y="3056718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3072887"/>
        <a:ext cx="116412" cy="113178"/>
      </dsp:txXfrm>
    </dsp:sp>
    <dsp:sp modelId="{CD1676FE-3225-B245-B365-D7D6B1B178BE}">
      <dsp:nvSpPr>
        <dsp:cNvPr id="0" name=""/>
        <dsp:cNvSpPr/>
      </dsp:nvSpPr>
      <dsp:spPr>
        <a:xfrm>
          <a:off x="2026687" y="3261517"/>
          <a:ext cx="6462225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Menentukan</a:t>
          </a:r>
          <a:r>
            <a:rPr lang="en-US" sz="1600" kern="1200" dirty="0"/>
            <a:t> </a:t>
          </a:r>
          <a:r>
            <a:rPr lang="en-US" sz="1600" kern="1200" dirty="0" err="1"/>
            <a:t>bobot</a:t>
          </a:r>
          <a:r>
            <a:rPr lang="en-US" sz="1600" kern="1200" dirty="0"/>
            <a:t> </a:t>
          </a:r>
          <a:r>
            <a:rPr lang="en-US" sz="1600" kern="1200" dirty="0" err="1"/>
            <a:t>setiap</a:t>
          </a:r>
          <a:r>
            <a:rPr lang="en-US" sz="1600" kern="1200" dirty="0"/>
            <a:t> </a:t>
          </a:r>
          <a:r>
            <a:rPr lang="en-US" sz="1600" kern="1200" dirty="0" err="1"/>
            <a:t>kriteria</a:t>
          </a:r>
          <a:r>
            <a:rPr lang="en-US" sz="1600" kern="1200" dirty="0"/>
            <a:t> (w</a:t>
          </a:r>
          <a:r>
            <a:rPr lang="en-US" sz="1600" kern="1200" baseline="-25000" dirty="0"/>
            <a:t>1</a:t>
          </a:r>
          <a:r>
            <a:rPr lang="en-US" sz="1600" kern="1200" baseline="0" dirty="0"/>
            <a:t>…</a:t>
          </a:r>
          <a:r>
            <a:rPr lang="en-US" sz="1600" kern="1200" baseline="0" dirty="0" err="1"/>
            <a:t>w</a:t>
          </a:r>
          <a:r>
            <a:rPr lang="en-US" sz="1600" kern="1200" baseline="-25000" dirty="0" err="1"/>
            <a:t>n</a:t>
          </a:r>
          <a:r>
            <a:rPr lang="en-US" sz="1600" kern="1200" baseline="0" dirty="0"/>
            <a:t>)</a:t>
          </a:r>
          <a:endParaRPr lang="en-US" sz="1600" kern="1200" dirty="0"/>
        </a:p>
      </dsp:txBody>
      <dsp:txXfrm>
        <a:off x="2039315" y="3274145"/>
        <a:ext cx="6436969" cy="405900"/>
      </dsp:txXfrm>
    </dsp:sp>
    <dsp:sp modelId="{47ED99B8-6739-484F-9D1E-5A88AF6494C7}">
      <dsp:nvSpPr>
        <dsp:cNvPr id="0" name=""/>
        <dsp:cNvSpPr/>
      </dsp:nvSpPr>
      <dsp:spPr>
        <a:xfrm rot="5400000">
          <a:off x="5176958" y="3703452"/>
          <a:ext cx="161683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199594" y="3719621"/>
        <a:ext cx="116412" cy="113178"/>
      </dsp:txXfrm>
    </dsp:sp>
    <dsp:sp modelId="{156DB119-8D21-DC4F-B95C-70384D4ABC18}">
      <dsp:nvSpPr>
        <dsp:cNvPr id="0" name=""/>
        <dsp:cNvSpPr/>
      </dsp:nvSpPr>
      <dsp:spPr>
        <a:xfrm>
          <a:off x="2026687" y="3908252"/>
          <a:ext cx="6462225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Menghitung</a:t>
          </a:r>
          <a:r>
            <a:rPr lang="en-US" sz="1600" kern="1200" dirty="0"/>
            <a:t> </a:t>
          </a:r>
          <a:r>
            <a:rPr lang="en-US" sz="1600" kern="1200" dirty="0" err="1"/>
            <a:t>nilai</a:t>
          </a:r>
          <a:r>
            <a:rPr lang="en-US" sz="1600" kern="1200" dirty="0"/>
            <a:t> </a:t>
          </a:r>
          <a:r>
            <a:rPr lang="en-US" sz="1600" kern="1200" dirty="0" err="1"/>
            <a:t>alternatif</a:t>
          </a:r>
          <a:r>
            <a:rPr lang="en-US" sz="1600" kern="1200" dirty="0"/>
            <a:t> </a:t>
          </a:r>
        </a:p>
      </dsp:txBody>
      <dsp:txXfrm>
        <a:off x="2039315" y="3920880"/>
        <a:ext cx="6436969" cy="405900"/>
      </dsp:txXfrm>
    </dsp:sp>
    <dsp:sp modelId="{906C832D-226C-8642-A44E-6851C51491E1}">
      <dsp:nvSpPr>
        <dsp:cNvPr id="0" name=""/>
        <dsp:cNvSpPr/>
      </dsp:nvSpPr>
      <dsp:spPr>
        <a:xfrm rot="5400000">
          <a:off x="5186945" y="4336871"/>
          <a:ext cx="141709" cy="19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5199594" y="4363027"/>
        <a:ext cx="116412" cy="99196"/>
      </dsp:txXfrm>
    </dsp:sp>
    <dsp:sp modelId="{A61225A6-F8B0-DC4B-A335-66D7E7420907}">
      <dsp:nvSpPr>
        <dsp:cNvPr id="0" name=""/>
        <dsp:cNvSpPr/>
      </dsp:nvSpPr>
      <dsp:spPr>
        <a:xfrm>
          <a:off x="2026687" y="4528354"/>
          <a:ext cx="6462225" cy="431156"/>
        </a:xfrm>
        <a:prstGeom prst="roundRect">
          <a:avLst>
            <a:gd name="adj" fmla="val 10000"/>
          </a:avLst>
        </a:prstGeom>
        <a:solidFill>
          <a:srgbClr val="0E1F4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Uji </a:t>
          </a:r>
          <a:r>
            <a:rPr lang="en-US" sz="1600" kern="1200" dirty="0" err="1"/>
            <a:t>sensitivitas</a:t>
          </a:r>
          <a:endParaRPr lang="en-US" sz="1600" kern="1200" dirty="0"/>
        </a:p>
      </dsp:txBody>
      <dsp:txXfrm>
        <a:off x="2039315" y="4540982"/>
        <a:ext cx="6436969" cy="40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32240-92BF-CC44-99DC-FE41B557DD1C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698C-85A1-7645-8D99-88ACA29C7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Hari ini fokusnya fondasi. Sebelum menghitung SAW/TOPSIS, kita harus bisa memodelkan masalahnya dulu.</a:t>
            </a:r>
          </a:p>
          <a:p>
            <a:r>
              <a:t>Tekankan: keputusan dunia nyata hampir selalu multi-kriteria.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Ajak mahasiswa menyebutkan contoh keputusan sehari-hari (laptop/kos/magang). Tunjukkan konflik: yang murah belum tentu bagus, yang bagus belum tentu cepat.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Jelaskan bahwa MCDM adalah cara formal untuk 'menyeimbangkan' pertimbangan. Kita tidak menghilangkan konflik, tapi mengelolanya dengan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MCDM itu seperti 'kerangka hitung' untuk menilai alternatif. DSS memfasilitasi proses itu agar lebih objektif dan transparan.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MADM -&gt; making preference, </a:t>
            </a:r>
            <a:r>
              <a:rPr lang="en-US" dirty="0" err="1"/>
              <a:t>pemilihan</a:t>
            </a:r>
            <a:r>
              <a:rPr lang="en-US" dirty="0"/>
              <a:t> </a:t>
            </a:r>
            <a:r>
              <a:rPr lang="en-US" dirty="0" err="1"/>
              <a:t>juara</a:t>
            </a:r>
            <a:r>
              <a:rPr lang="en-US" dirty="0"/>
              <a:t> </a:t>
            </a:r>
            <a:r>
              <a:rPr lang="en-US" dirty="0" err="1"/>
              <a:t>dkk</a:t>
            </a:r>
            <a:r>
              <a:rPr lang="en-US" dirty="0"/>
              <a:t> (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)</a:t>
            </a:r>
          </a:p>
          <a:p>
            <a:r>
              <a:rPr lang="en-US" dirty="0" err="1"/>
              <a:t>Contoh</a:t>
            </a:r>
            <a:r>
              <a:rPr lang="en-US" dirty="0"/>
              <a:t> MODM -&gt;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mobil</a:t>
            </a:r>
            <a:r>
              <a:rPr lang="en-US" dirty="0"/>
              <a:t> yang </a:t>
            </a:r>
            <a:r>
              <a:rPr lang="en-US" dirty="0" err="1"/>
              <a:t>nyaman</a:t>
            </a:r>
            <a:r>
              <a:rPr lang="en-US" dirty="0"/>
              <a:t>, </a:t>
            </a:r>
            <a:r>
              <a:rPr lang="en-US" dirty="0" err="1"/>
              <a:t>irit</a:t>
            </a:r>
            <a:r>
              <a:rPr lang="en-US" dirty="0"/>
              <a:t> </a:t>
            </a:r>
            <a:r>
              <a:rPr lang="en-US" dirty="0" err="1"/>
              <a:t>bbm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produksi</a:t>
            </a:r>
            <a:r>
              <a:rPr lang="en-US" dirty="0"/>
              <a:t> </a:t>
            </a:r>
            <a:r>
              <a:rPr lang="en-US" dirty="0" err="1"/>
              <a:t>murah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698C-85A1-7645-8D99-88ACA29C7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31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DSS bukan pengganti pengambil keputusan. DSS membantu menghitung &amp; merangkum agar keputusan lebih rasional.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Alternatif itu objek yang dinilai. Pastikan definisinya jelas, misal 'Laptop A' bukan 'Laptop bagus'.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Beri contoh: 'Harga' itu cost, 'Kualitas' itu benefit. Kriteria redundan contoh: 'jarak' dan 'waktu tempuh' sering saling berkorelasi.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Tekankan efek bobot. Contoh: jika 'biaya' dibuat bobot sangat besar, alternatif murah akan naik peringkat.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Gambarkan cepat di papan: tabel alternatif vs kriteria. Ini 'format data' yang dibutuhkan metode SAW/TOPSIS.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Minta mahasiswa 5 menit diskusi kelompok kecil. Tanya: siapa decision maker? (Koordinator lab/dosen). Minta 1 kelompok presentasi bobotnya.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Narasi: Tutup dengan mengulang: 'Kalau belum bisa memodelkan, jangan dulu menghitung.'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4B05-89B4-CA49-A97D-5773967B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460A4-FBDB-4843-A801-7FFC30DA2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A97A6-CA83-FF41-9FAC-EC2882B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3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39D6-43C2-7940-80F9-253DBC1BD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E9BC-8A3D-6B42-99C9-B7266D56E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FD4BF-C3E7-3041-A5E6-6932EA57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3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1C11-60E3-C045-BCE0-AD657884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CD280-FEC7-AC41-B88B-3D24EAD3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DA9A5F-B4CD-034A-AFB2-14B44C1517D3}"/>
              </a:ext>
            </a:extLst>
          </p:cNvPr>
          <p:cNvSpPr txBox="1">
            <a:spLocks/>
          </p:cNvSpPr>
          <p:nvPr userDrawn="1"/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15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2CD8-E19A-2541-B4FD-AF17A165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F5D4-FD0F-454A-9D32-8D3AC1046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3185E-503D-184D-A457-6D2E008E4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29CF98-528F-F142-A8CE-F41C053D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3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E782-E64F-3847-B0C9-76552A99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F551E-3E4D-8A4B-A08B-9F8498FC1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95C0E-B956-3D42-B89A-059553CB6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F1CEF-BAD8-5C41-ACBB-417D72A04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0CC60-106D-DE45-9340-A080FCE48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2AAE4CE-26CC-2545-8200-7B1ACF68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326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9327-42D2-9242-81F1-56D265980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5C298-763E-7F43-8112-3A5D6F49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3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C6E1BC-7B77-924A-8E4B-2D84DBDD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0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CC28-0CBF-4F45-89D0-BF884ED63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D7325-F5A1-5643-A326-4156B8426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68988"/>
            <a:ext cx="6172200" cy="450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08614-0288-394B-8691-ED3561F07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0693BB2-E99E-C241-84D5-09AB94BC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2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FB47-BF9D-394F-B485-E6AE781A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E88D9-E9CA-064E-9C41-9DA437436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58949"/>
            <a:ext cx="6172200" cy="47021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9B332-76DB-B84F-9ACD-440C41636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5129D4C-D814-1141-9FAA-4AC35030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DA94-8D9A-4E4A-AD66-402DD74E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C41D6-3F8C-DA45-96E9-AAD73F7E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CB4ECE-6AC8-DC4C-80E9-8A5497E2E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6398880"/>
            <a:ext cx="554665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E51C556-EF27-2A4E-A62D-F2485CF7F3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4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878C8-2155-244B-8A61-4BFD0C98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ED88-0471-1847-8B59-9219388D9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A76B69-3363-D74E-8F72-C2BEFD434A7D}"/>
              </a:ext>
            </a:extLst>
          </p:cNvPr>
          <p:cNvGrpSpPr/>
          <p:nvPr userDrawn="1"/>
        </p:nvGrpSpPr>
        <p:grpSpPr>
          <a:xfrm>
            <a:off x="0" y="0"/>
            <a:ext cx="12192000" cy="180000"/>
            <a:chOff x="0" y="0"/>
            <a:chExt cx="12192000" cy="1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7839B7-137E-8A4E-9DBB-93A67DB6D1ED}"/>
                </a:ext>
              </a:extLst>
            </p:cNvPr>
            <p:cNvSpPr/>
            <p:nvPr userDrawn="1"/>
          </p:nvSpPr>
          <p:spPr>
            <a:xfrm>
              <a:off x="0" y="0"/>
              <a:ext cx="8455068" cy="18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CF3AEE-341B-BB49-8751-E52CB39D92AF}"/>
                </a:ext>
              </a:extLst>
            </p:cNvPr>
            <p:cNvSpPr/>
            <p:nvPr userDrawn="1"/>
          </p:nvSpPr>
          <p:spPr>
            <a:xfrm>
              <a:off x="8455068" y="0"/>
              <a:ext cx="1260000" cy="18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6A58AB-C36B-604D-8B97-CE1BEA3C01D4}"/>
                </a:ext>
              </a:extLst>
            </p:cNvPr>
            <p:cNvSpPr/>
            <p:nvPr userDrawn="1"/>
          </p:nvSpPr>
          <p:spPr>
            <a:xfrm>
              <a:off x="9715068" y="0"/>
              <a:ext cx="2476932" cy="18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5B165E-2D96-7D41-9261-3925CBFF1B1E}"/>
              </a:ext>
            </a:extLst>
          </p:cNvPr>
          <p:cNvGrpSpPr/>
          <p:nvPr userDrawn="1"/>
        </p:nvGrpSpPr>
        <p:grpSpPr>
          <a:xfrm>
            <a:off x="10454640" y="291181"/>
            <a:ext cx="1506792" cy="720000"/>
            <a:chOff x="10454640" y="291181"/>
            <a:chExt cx="1506792" cy="720000"/>
          </a:xfrm>
        </p:grpSpPr>
        <p:pic>
          <p:nvPicPr>
            <p:cNvPr id="12" name="Picture 11" descr="Logo, icon&#10;&#10;Description automatically generated">
              <a:extLst>
                <a:ext uri="{FF2B5EF4-FFF2-40B4-BE49-F238E27FC236}">
                  <a16:creationId xmlns:a16="http://schemas.microsoft.com/office/drawing/2014/main" id="{99A3263D-297E-2F43-B98D-4E9E2A3C11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1272520" y="291181"/>
              <a:ext cx="688912" cy="720000"/>
            </a:xfrm>
            <a:prstGeom prst="rect">
              <a:avLst/>
            </a:prstGeom>
          </p:spPr>
        </p:pic>
        <p:pic>
          <p:nvPicPr>
            <p:cNvPr id="13" name="Picture 12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55E9DA91-D852-0248-8634-854C9B3EBC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454640" y="291181"/>
              <a:ext cx="714035" cy="72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819177D-DF27-9F4C-A66D-0B003FAEF161}"/>
              </a:ext>
            </a:extLst>
          </p:cNvPr>
          <p:cNvGrpSpPr/>
          <p:nvPr userDrawn="1"/>
        </p:nvGrpSpPr>
        <p:grpSpPr>
          <a:xfrm>
            <a:off x="0" y="6318000"/>
            <a:ext cx="12191999" cy="540000"/>
            <a:chOff x="0" y="6318000"/>
            <a:chExt cx="12191999" cy="540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E9C83E-A616-6E42-990B-61E3910357B5}"/>
                </a:ext>
              </a:extLst>
            </p:cNvPr>
            <p:cNvSpPr/>
            <p:nvPr userDrawn="1"/>
          </p:nvSpPr>
          <p:spPr>
            <a:xfrm flipH="1">
              <a:off x="2880000" y="6318000"/>
              <a:ext cx="8473800" cy="540000"/>
            </a:xfrm>
            <a:prstGeom prst="rect">
              <a:avLst/>
            </a:prstGeom>
            <a:solidFill>
              <a:srgbClr val="FEBF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BAD3BBA-AEA9-9148-AEEF-D0900E4D913C}"/>
                </a:ext>
              </a:extLst>
            </p:cNvPr>
            <p:cNvSpPr/>
            <p:nvPr userDrawn="1"/>
          </p:nvSpPr>
          <p:spPr>
            <a:xfrm flipH="1">
              <a:off x="0" y="6318000"/>
              <a:ext cx="2880000" cy="540000"/>
            </a:xfrm>
            <a:prstGeom prst="rect">
              <a:avLst/>
            </a:prstGeom>
            <a:solidFill>
              <a:srgbClr val="F15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75315-7447-4D49-8AF9-D4C106A08E63}"/>
                </a:ext>
              </a:extLst>
            </p:cNvPr>
            <p:cNvSpPr/>
            <p:nvPr userDrawn="1"/>
          </p:nvSpPr>
          <p:spPr>
            <a:xfrm flipH="1">
              <a:off x="11353800" y="6318000"/>
              <a:ext cx="838199" cy="540000"/>
            </a:xfrm>
            <a:prstGeom prst="rect">
              <a:avLst/>
            </a:prstGeom>
            <a:solidFill>
              <a:srgbClr val="0E1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144BCBA-6CCA-E048-9AA3-D193ADD12CD3}"/>
              </a:ext>
            </a:extLst>
          </p:cNvPr>
          <p:cNvSpPr txBox="1"/>
          <p:nvPr userDrawn="1"/>
        </p:nvSpPr>
        <p:spPr>
          <a:xfrm>
            <a:off x="0" y="6372556"/>
            <a:ext cx="28799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solidFill>
                  <a:schemeClr val="bg1"/>
                </a:solidFill>
                <a:latin typeface="+mn-lt"/>
              </a:rPr>
              <a:t>jti.polinema.ac.id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67E329EB-6B78-F941-AD9C-AB9D28C5C26F}"/>
              </a:ext>
            </a:extLst>
          </p:cNvPr>
          <p:cNvSpPr txBox="1">
            <a:spLocks/>
          </p:cNvSpPr>
          <p:nvPr userDrawn="1"/>
        </p:nvSpPr>
        <p:spPr>
          <a:xfrm>
            <a:off x="3108361" y="6398880"/>
            <a:ext cx="7992029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200" kern="1200">
                <a:solidFill>
                  <a:srgbClr val="0E1F43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SISTEM PENDUKUNG KEPUTUSAN</a:t>
            </a:r>
          </a:p>
        </p:txBody>
      </p:sp>
    </p:spTree>
    <p:extLst>
      <p:ext uri="{BB962C8B-B14F-4D97-AF65-F5344CB8AC3E}">
        <p14:creationId xmlns:p14="http://schemas.microsoft.com/office/powerpoint/2010/main" val="141503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0" y="1684338"/>
            <a:ext cx="9144000" cy="2387600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 PENDUKUNG KEPUTUSAN (SPK)</a:t>
            </a:r>
            <a:br>
              <a:rPr lang="id-ID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400" dirty="0"/>
            </a:br>
            <a:r>
              <a:rPr lang="en-US" sz="4400" b="1" dirty="0" err="1"/>
              <a:t>Konsep</a:t>
            </a:r>
            <a:r>
              <a:rPr lang="en-US" sz="4400" b="1" dirty="0"/>
              <a:t> </a:t>
            </a:r>
            <a:br>
              <a:rPr lang="en-US" sz="4400" b="1" dirty="0"/>
            </a:b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</a:t>
            </a:r>
            <a:r>
              <a:rPr lang="id-ID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4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riteria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Decision Making (MCDM) </a:t>
            </a: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b="1" dirty="0"/>
              <a:t>&amp; </a:t>
            </a:r>
            <a:br>
              <a:rPr lang="en-US" sz="4400" b="1" dirty="0"/>
            </a:br>
            <a:r>
              <a:rPr lang="en-US" sz="4400" b="1" dirty="0" err="1"/>
              <a:t>Komponen</a:t>
            </a:r>
            <a:r>
              <a:rPr lang="en-US" sz="4400" b="1" dirty="0"/>
              <a:t> Utama </a:t>
            </a:r>
            <a:r>
              <a:rPr lang="en-US" sz="4400" b="1" dirty="0" err="1"/>
              <a:t>dalam</a:t>
            </a:r>
            <a:r>
              <a:rPr lang="en-US" sz="4400" b="1" dirty="0"/>
              <a:t> SPK</a:t>
            </a:r>
            <a:r>
              <a:rPr lang="id-ID" sz="4400" dirty="0"/>
              <a:t>	</a:t>
            </a:r>
            <a:endParaRPr lang="en-US" sz="4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524000" y="4429919"/>
            <a:ext cx="9144000" cy="1655762"/>
          </a:xfrm>
        </p:spPr>
        <p:txBody>
          <a:bodyPr>
            <a:normAutofit/>
          </a:bodyPr>
          <a:lstStyle/>
          <a:p>
            <a:endParaRPr lang="id-ID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id-ID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 TEAM </a:t>
            </a:r>
          </a:p>
          <a:p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MATA KULIAH SISTEM PENDUKUNG KEPUTUSAN TAHUN 25</a:t>
            </a:r>
            <a:r>
              <a:rPr lang="id-ID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/2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04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Tujuan </a:t>
            </a:r>
            <a:r>
              <a:rPr b="1" dirty="0" err="1"/>
              <a:t>Pembelajaran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 err="1"/>
              <a:t>Menjelaskan</a:t>
            </a:r>
            <a:r>
              <a:rPr dirty="0"/>
              <a:t> </a:t>
            </a:r>
            <a:r>
              <a:rPr dirty="0" err="1"/>
              <a:t>konsep</a:t>
            </a:r>
            <a:r>
              <a:rPr dirty="0"/>
              <a:t> Multi-Criteria Decision Making (MCDM) dan </a:t>
            </a:r>
            <a:r>
              <a:rPr dirty="0" err="1"/>
              <a:t>perannya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DSS</a:t>
            </a:r>
          </a:p>
          <a:p>
            <a:pPr>
              <a:defRPr sz="2400"/>
            </a:pPr>
            <a:r>
              <a:rPr dirty="0" err="1"/>
              <a:t>Mengidentifikasi</a:t>
            </a:r>
            <a:r>
              <a:rPr dirty="0"/>
              <a:t> </a:t>
            </a:r>
            <a:r>
              <a:rPr dirty="0" err="1"/>
              <a:t>elemen</a:t>
            </a:r>
            <a:r>
              <a:rPr dirty="0"/>
              <a:t>: decision maker, </a:t>
            </a:r>
            <a:r>
              <a:rPr dirty="0" err="1"/>
              <a:t>kriteria</a:t>
            </a:r>
            <a:r>
              <a:rPr dirty="0"/>
              <a:t>, </a:t>
            </a:r>
            <a:r>
              <a:rPr dirty="0" err="1"/>
              <a:t>bobot</a:t>
            </a:r>
            <a:r>
              <a:rPr dirty="0"/>
              <a:t>, dan </a:t>
            </a:r>
            <a:r>
              <a:rPr dirty="0" err="1"/>
              <a:t>alternatif</a:t>
            </a:r>
            <a:endParaRPr dirty="0"/>
          </a:p>
          <a:p>
            <a:pPr>
              <a:defRPr sz="2400"/>
            </a:pPr>
            <a:r>
              <a:rPr dirty="0" err="1"/>
              <a:t>Memodelkan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sederhana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struktur</a:t>
            </a:r>
            <a:r>
              <a:rPr dirty="0"/>
              <a:t> MCDM</a:t>
            </a:r>
          </a:p>
          <a:p>
            <a:pPr>
              <a:defRPr sz="2400"/>
            </a:pPr>
            <a:r>
              <a:rPr dirty="0" err="1"/>
              <a:t>Menyiapkan</a:t>
            </a:r>
            <a:r>
              <a:rPr dirty="0"/>
              <a:t> </a:t>
            </a:r>
            <a:r>
              <a:rPr dirty="0" err="1"/>
              <a:t>dasar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metode</a:t>
            </a:r>
            <a:r>
              <a:rPr dirty="0"/>
              <a:t> </a:t>
            </a:r>
            <a:r>
              <a:rPr dirty="0" err="1"/>
              <a:t>pembobotan</a:t>
            </a:r>
            <a:r>
              <a:rPr dirty="0"/>
              <a:t> &amp; </a:t>
            </a:r>
            <a:r>
              <a:rPr dirty="0" err="1"/>
              <a:t>perankingan</a:t>
            </a:r>
            <a:r>
              <a:rPr dirty="0"/>
              <a:t> (SAW/WP, </a:t>
            </a:r>
            <a:r>
              <a:rPr dirty="0" err="1"/>
              <a:t>dll</a:t>
            </a:r>
            <a:r>
              <a:rPr dirty="0"/>
              <a:t>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0D459-8019-6F6D-D823-53E5522F2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3288" y="5932155"/>
            <a:ext cx="554665" cy="365125"/>
          </a:xfrm>
        </p:spPr>
        <p:txBody>
          <a:bodyPr/>
          <a:lstStyle/>
          <a:p>
            <a:fld id="{1E51C556-EF27-2A4E-A62D-F2485CF7F37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582D60-73C9-7020-2EB6-8CB48A9F41B5}"/>
              </a:ext>
            </a:extLst>
          </p:cNvPr>
          <p:cNvSpPr txBox="1"/>
          <p:nvPr/>
        </p:nvSpPr>
        <p:spPr>
          <a:xfrm>
            <a:off x="628650" y="697081"/>
            <a:ext cx="7791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39B"/>
                </a:solidFill>
              </a:defRPr>
            </a:pPr>
            <a:r>
              <a:rPr lang="en-ID" sz="3200" dirty="0" err="1">
                <a:solidFill>
                  <a:schemeClr val="accent2">
                    <a:lumMod val="50000"/>
                  </a:schemeClr>
                </a:solidFill>
              </a:rPr>
              <a:t>Bagaimana</a:t>
            </a:r>
            <a:r>
              <a:rPr lang="en-ID" sz="3200" dirty="0">
                <a:solidFill>
                  <a:schemeClr val="accent2">
                    <a:lumMod val="50000"/>
                  </a:schemeClr>
                </a:solidFill>
              </a:rPr>
              <a:t> Cara Kita </a:t>
            </a:r>
            <a:r>
              <a:rPr lang="en-ID" sz="3200" dirty="0" err="1">
                <a:solidFill>
                  <a:schemeClr val="accent2">
                    <a:lumMod val="50000"/>
                  </a:schemeClr>
                </a:solidFill>
              </a:rPr>
              <a:t>Mengambil</a:t>
            </a:r>
            <a:r>
              <a:rPr lang="en-ID" sz="3200" dirty="0">
                <a:solidFill>
                  <a:schemeClr val="accent2">
                    <a:lumMod val="50000"/>
                  </a:schemeClr>
                </a:solidFill>
              </a:rPr>
              <a:t> Keputusan?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79E3C-21B0-2799-A186-DC5EDC27CC55}"/>
              </a:ext>
            </a:extLst>
          </p:cNvPr>
          <p:cNvSpPr txBox="1"/>
          <p:nvPr/>
        </p:nvSpPr>
        <p:spPr>
          <a:xfrm>
            <a:off x="1638300" y="1251079"/>
            <a:ext cx="1009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D" i="1" dirty="0" err="1"/>
              <a:t>Biasanya</a:t>
            </a:r>
            <a:r>
              <a:rPr lang="en-ID" i="1" dirty="0"/>
              <a:t> </a:t>
            </a:r>
            <a:r>
              <a:rPr lang="en-ID" i="1" dirty="0" err="1"/>
              <a:t>kita</a:t>
            </a:r>
            <a:r>
              <a:rPr lang="en-ID" i="1" dirty="0"/>
              <a:t> </a:t>
            </a:r>
            <a:r>
              <a:rPr lang="en-ID" i="1" dirty="0" err="1"/>
              <a:t>mempertimbangkan</a:t>
            </a:r>
            <a:r>
              <a:rPr lang="en-ID" i="1" dirty="0"/>
              <a:t> </a:t>
            </a:r>
            <a:r>
              <a:rPr lang="en-ID" i="1" dirty="0" err="1"/>
              <a:t>beberapa</a:t>
            </a:r>
            <a:r>
              <a:rPr lang="en-ID" i="1" dirty="0"/>
              <a:t> </a:t>
            </a:r>
            <a:r>
              <a:rPr lang="en-ID" i="1" dirty="0" err="1"/>
              <a:t>hal</a:t>
            </a:r>
            <a:r>
              <a:rPr lang="en-ID" i="1" dirty="0"/>
              <a:t> </a:t>
            </a:r>
            <a:r>
              <a:rPr lang="en-ID" i="1" dirty="0" err="1"/>
              <a:t>sekaligus</a:t>
            </a:r>
            <a:r>
              <a:rPr lang="en-ID" i="1" dirty="0"/>
              <a:t> — </a:t>
            </a:r>
            <a:r>
              <a:rPr lang="en-ID" i="1" dirty="0" err="1"/>
              <a:t>walaupun</a:t>
            </a:r>
            <a:r>
              <a:rPr lang="en-ID" i="1" dirty="0"/>
              <a:t> </a:t>
            </a:r>
            <a:r>
              <a:rPr lang="en-ID" i="1" dirty="0" err="1"/>
              <a:t>tidak</a:t>
            </a:r>
            <a:r>
              <a:rPr lang="en-ID" i="1" dirty="0"/>
              <a:t> </a:t>
            </a:r>
            <a:r>
              <a:rPr lang="en-ID" i="1" dirty="0" err="1"/>
              <a:t>kita</a:t>
            </a:r>
            <a:r>
              <a:rPr lang="en-ID" i="1" dirty="0"/>
              <a:t> </a:t>
            </a:r>
            <a:r>
              <a:rPr lang="en-ID" i="1" dirty="0" err="1"/>
              <a:t>tulis</a:t>
            </a:r>
            <a:r>
              <a:rPr lang="en-ID" i="1" dirty="0"/>
              <a:t> </a:t>
            </a:r>
            <a:r>
              <a:rPr lang="en-ID" i="1" dirty="0" err="1"/>
              <a:t>secara</a:t>
            </a:r>
            <a:r>
              <a:rPr lang="en-ID" i="1" dirty="0"/>
              <a:t> formal.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38D3E-A346-E9F9-C974-020DCFF20BE9}"/>
              </a:ext>
            </a:extLst>
          </p:cNvPr>
          <p:cNvSpPr txBox="1"/>
          <p:nvPr/>
        </p:nvSpPr>
        <p:spPr>
          <a:xfrm>
            <a:off x="628649" y="2019426"/>
            <a:ext cx="92868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39B"/>
                </a:solidFill>
              </a:defRPr>
            </a:pPr>
            <a:r>
              <a:rPr lang="en-ID" dirty="0">
                <a:solidFill>
                  <a:schemeClr val="accent2">
                    <a:lumMod val="50000"/>
                  </a:schemeClr>
                </a:solidFill>
              </a:rPr>
              <a:t>Apakah Keputusan </a:t>
            </a:r>
            <a:r>
              <a:rPr lang="en-ID" dirty="0" err="1">
                <a:solidFill>
                  <a:schemeClr val="accent2">
                    <a:lumMod val="50000"/>
                  </a:schemeClr>
                </a:solidFill>
              </a:rPr>
              <a:t>Selalu</a:t>
            </a:r>
            <a:r>
              <a:rPr lang="en-ID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2">
                    <a:lumMod val="50000"/>
                  </a:schemeClr>
                </a:solidFill>
              </a:rPr>
              <a:t>Sederhana</a:t>
            </a:r>
            <a:r>
              <a:rPr lang="en-ID" dirty="0">
                <a:solidFill>
                  <a:schemeClr val="accent2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53FC89-030E-1DCB-7B07-FEA432DF9AE2}"/>
              </a:ext>
            </a:extLst>
          </p:cNvPr>
          <p:cNvSpPr txBox="1"/>
          <p:nvPr/>
        </p:nvSpPr>
        <p:spPr>
          <a:xfrm>
            <a:off x="676274" y="3745787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539B"/>
                </a:solidFill>
              </a:defRPr>
            </a:pPr>
            <a:r>
              <a:rPr lang="en-ID" dirty="0">
                <a:solidFill>
                  <a:schemeClr val="accent2">
                    <a:lumMod val="50000"/>
                  </a:schemeClr>
                </a:solidFill>
              </a:rPr>
              <a:t>Di Sini </a:t>
            </a:r>
            <a:r>
              <a:rPr lang="en-ID" dirty="0" err="1">
                <a:solidFill>
                  <a:schemeClr val="accent2">
                    <a:lumMod val="50000"/>
                  </a:schemeClr>
                </a:solidFill>
              </a:rPr>
              <a:t>Muncul</a:t>
            </a:r>
            <a:r>
              <a:rPr lang="en-ID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2">
                    <a:lumMod val="50000"/>
                  </a:schemeClr>
                </a:solidFill>
              </a:rPr>
              <a:t>Permasalahan</a:t>
            </a:r>
            <a:endParaRPr lang="en-ID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75D010-EEF7-C911-30DC-4500FBCB949D}"/>
              </a:ext>
            </a:extLst>
          </p:cNvPr>
          <p:cNvSpPr txBox="1"/>
          <p:nvPr/>
        </p:nvSpPr>
        <p:spPr>
          <a:xfrm>
            <a:off x="1638300" y="2549559"/>
            <a:ext cx="93916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D" i="1" dirty="0"/>
              <a:t>Dalam </a:t>
            </a:r>
            <a:r>
              <a:rPr lang="en-ID" i="1" dirty="0" err="1"/>
              <a:t>banyak</a:t>
            </a:r>
            <a:r>
              <a:rPr lang="en-ID" i="1" dirty="0"/>
              <a:t> </a:t>
            </a:r>
            <a:r>
              <a:rPr lang="en-ID" i="1" dirty="0" err="1"/>
              <a:t>kasus</a:t>
            </a:r>
            <a:r>
              <a:rPr lang="en-ID" i="1" dirty="0"/>
              <a:t>, </a:t>
            </a:r>
            <a:r>
              <a:rPr lang="en-ID" i="1" dirty="0" err="1"/>
              <a:t>keputusan</a:t>
            </a:r>
            <a:r>
              <a:rPr lang="en-ID" i="1" dirty="0"/>
              <a:t> </a:t>
            </a:r>
            <a:r>
              <a:rPr lang="en-ID" i="1" dirty="0" err="1"/>
              <a:t>tidak</a:t>
            </a:r>
            <a:r>
              <a:rPr lang="en-ID" i="1" dirty="0"/>
              <a:t> </a:t>
            </a:r>
            <a:r>
              <a:rPr lang="en-ID" i="1" dirty="0" err="1"/>
              <a:t>hanya</a:t>
            </a:r>
            <a:r>
              <a:rPr lang="en-ID" i="1" dirty="0"/>
              <a:t> </a:t>
            </a:r>
            <a:r>
              <a:rPr lang="en-ID" i="1" dirty="0" err="1"/>
              <a:t>bergantung</a:t>
            </a:r>
            <a:r>
              <a:rPr lang="en-ID" i="1" dirty="0"/>
              <a:t> pada </a:t>
            </a:r>
            <a:r>
              <a:rPr lang="en-ID" i="1" dirty="0" err="1"/>
              <a:t>satu</a:t>
            </a:r>
            <a:r>
              <a:rPr lang="en-ID" i="1" dirty="0"/>
              <a:t> factor, dan </a:t>
            </a:r>
            <a:r>
              <a:rPr lang="en-ID" i="1" dirty="0" err="1"/>
              <a:t>seringkali</a:t>
            </a:r>
            <a:r>
              <a:rPr lang="en-ID" i="1" dirty="0"/>
              <a:t> </a:t>
            </a:r>
            <a:r>
              <a:rPr lang="en-ID" i="1" dirty="0" err="1"/>
              <a:t>faktor-faktor</a:t>
            </a:r>
            <a:r>
              <a:rPr lang="en-ID" i="1" dirty="0"/>
              <a:t> </a:t>
            </a:r>
            <a:r>
              <a:rPr lang="en-ID" i="1" dirty="0" err="1"/>
              <a:t>tersebut</a:t>
            </a:r>
            <a:r>
              <a:rPr lang="en-ID" i="1" dirty="0"/>
              <a:t> </a:t>
            </a:r>
            <a:r>
              <a:rPr lang="en-ID" i="1" dirty="0" err="1"/>
              <a:t>saling</a:t>
            </a:r>
            <a:r>
              <a:rPr lang="en-ID" i="1" dirty="0"/>
              <a:t> </a:t>
            </a:r>
            <a:r>
              <a:rPr lang="en-ID" i="1" dirty="0" err="1"/>
              <a:t>bertentangan</a:t>
            </a:r>
            <a:r>
              <a:rPr lang="en-ID" i="1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638F2-2404-C625-CA0B-07B2AFCC939D}"/>
              </a:ext>
            </a:extLst>
          </p:cNvPr>
          <p:cNvSpPr txBox="1"/>
          <p:nvPr/>
        </p:nvSpPr>
        <p:spPr>
          <a:xfrm>
            <a:off x="1638300" y="4299785"/>
            <a:ext cx="97250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lang="en-ID" i="1" dirty="0" err="1"/>
              <a:t>Bagaimana</a:t>
            </a:r>
            <a:r>
              <a:rPr lang="en-ID" i="1" dirty="0"/>
              <a:t> </a:t>
            </a:r>
            <a:r>
              <a:rPr lang="en-ID" i="1" dirty="0" err="1"/>
              <a:t>jika</a:t>
            </a:r>
            <a:r>
              <a:rPr lang="en-ID" i="1" dirty="0"/>
              <a:t> </a:t>
            </a:r>
            <a:r>
              <a:rPr lang="en-ID" i="1" dirty="0" err="1"/>
              <a:t>setiap</a:t>
            </a:r>
            <a:r>
              <a:rPr lang="en-ID" i="1" dirty="0"/>
              <a:t> </a:t>
            </a:r>
            <a:r>
              <a:rPr lang="en-ID" i="1" dirty="0" err="1"/>
              <a:t>alternatif</a:t>
            </a:r>
            <a:r>
              <a:rPr lang="en-ID" i="1" dirty="0"/>
              <a:t> </a:t>
            </a:r>
            <a:r>
              <a:rPr lang="en-ID" i="1" dirty="0" err="1"/>
              <a:t>memiliki</a:t>
            </a:r>
            <a:r>
              <a:rPr lang="en-ID" i="1" dirty="0"/>
              <a:t> </a:t>
            </a:r>
            <a:r>
              <a:rPr lang="en-ID" i="1" dirty="0" err="1"/>
              <a:t>kelebihan</a:t>
            </a:r>
            <a:r>
              <a:rPr lang="en-ID" i="1" dirty="0"/>
              <a:t> dan </a:t>
            </a:r>
            <a:r>
              <a:rPr lang="en-ID" i="1" dirty="0" err="1"/>
              <a:t>kekurangan</a:t>
            </a:r>
            <a:r>
              <a:rPr lang="en-ID" i="1" dirty="0"/>
              <a:t>?</a:t>
            </a:r>
          </a:p>
          <a:p>
            <a:pPr>
              <a:defRPr sz="2000"/>
            </a:pPr>
            <a:r>
              <a:rPr lang="en-ID" i="1" dirty="0" err="1"/>
              <a:t>Bagaimana</a:t>
            </a:r>
            <a:r>
              <a:rPr lang="en-ID" i="1" dirty="0"/>
              <a:t> </a:t>
            </a:r>
            <a:r>
              <a:rPr lang="en-ID" i="1" dirty="0" err="1"/>
              <a:t>jika</a:t>
            </a:r>
            <a:r>
              <a:rPr lang="en-ID" i="1" dirty="0"/>
              <a:t> </a:t>
            </a:r>
            <a:r>
              <a:rPr lang="en-ID" i="1" dirty="0" err="1"/>
              <a:t>satu</a:t>
            </a:r>
            <a:r>
              <a:rPr lang="en-ID" i="1" dirty="0"/>
              <a:t> </a:t>
            </a:r>
            <a:r>
              <a:rPr lang="en-ID" i="1" dirty="0" err="1"/>
              <a:t>alternatif</a:t>
            </a:r>
            <a:r>
              <a:rPr lang="en-ID" i="1" dirty="0"/>
              <a:t> </a:t>
            </a:r>
            <a:r>
              <a:rPr lang="en-ID" i="1" dirty="0" err="1"/>
              <a:t>unggul</a:t>
            </a:r>
            <a:r>
              <a:rPr lang="en-ID" i="1" dirty="0"/>
              <a:t> di </a:t>
            </a:r>
            <a:r>
              <a:rPr lang="en-ID" i="1" dirty="0" err="1"/>
              <a:t>gaji</a:t>
            </a:r>
            <a:r>
              <a:rPr lang="en-ID" i="1" dirty="0"/>
              <a:t>, </a:t>
            </a:r>
            <a:r>
              <a:rPr lang="en-ID" i="1" dirty="0" err="1"/>
              <a:t>tetapi</a:t>
            </a:r>
            <a:r>
              <a:rPr lang="en-ID" i="1" dirty="0"/>
              <a:t> </a:t>
            </a:r>
            <a:r>
              <a:rPr lang="en-ID" i="1" dirty="0" err="1"/>
              <a:t>kalah</a:t>
            </a:r>
            <a:r>
              <a:rPr lang="en-ID" i="1" dirty="0"/>
              <a:t> di </a:t>
            </a:r>
            <a:r>
              <a:rPr lang="en-ID" i="1" dirty="0" err="1"/>
              <a:t>pengalaman</a:t>
            </a:r>
            <a:r>
              <a:rPr lang="en-ID" i="1" dirty="0"/>
              <a:t>?</a:t>
            </a:r>
          </a:p>
          <a:p>
            <a:pPr>
              <a:defRPr sz="2000"/>
            </a:pPr>
            <a:r>
              <a:rPr lang="en-ID" i="1" dirty="0" err="1"/>
              <a:t>Bagaimana</a:t>
            </a:r>
            <a:r>
              <a:rPr lang="en-ID" i="1" dirty="0"/>
              <a:t> </a:t>
            </a:r>
            <a:r>
              <a:rPr lang="en-ID" i="1" dirty="0" err="1"/>
              <a:t>cara</a:t>
            </a:r>
            <a:r>
              <a:rPr lang="en-ID" i="1" dirty="0"/>
              <a:t> </a:t>
            </a:r>
            <a:r>
              <a:rPr lang="en-ID" i="1" dirty="0" err="1"/>
              <a:t>membandingkannya</a:t>
            </a:r>
            <a:r>
              <a:rPr lang="en-ID" i="1" dirty="0"/>
              <a:t> </a:t>
            </a:r>
            <a:r>
              <a:rPr lang="en-ID" i="1" dirty="0" err="1"/>
              <a:t>secara</a:t>
            </a:r>
            <a:r>
              <a:rPr lang="en-ID" i="1" dirty="0"/>
              <a:t> </a:t>
            </a:r>
            <a:r>
              <a:rPr lang="en-ID" i="1" dirty="0" err="1"/>
              <a:t>adil</a:t>
            </a:r>
            <a:r>
              <a:rPr lang="en-ID" i="1" dirty="0"/>
              <a:t> dan </a:t>
            </a:r>
            <a:r>
              <a:rPr lang="en-ID" i="1" dirty="0" err="1"/>
              <a:t>rasional</a:t>
            </a:r>
            <a:r>
              <a:rPr lang="en-ID" i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3528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16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D94E-B1B8-EBEC-D7E1-1243463A5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Kasus</a:t>
            </a:r>
            <a:r>
              <a:rPr lang="en-ID" b="1" dirty="0"/>
              <a:t>: </a:t>
            </a:r>
            <a:r>
              <a:rPr lang="en-ID" b="1" dirty="0" err="1"/>
              <a:t>Pemilihan</a:t>
            </a:r>
            <a:r>
              <a:rPr lang="en-ID" b="1" dirty="0"/>
              <a:t> </a:t>
            </a:r>
            <a:r>
              <a:rPr lang="en-ID" b="1" dirty="0" err="1"/>
              <a:t>Komputer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Laboratorium</a:t>
            </a:r>
            <a:r>
              <a:rPr lang="en-ID" b="1" dirty="0"/>
              <a:t> </a:t>
            </a:r>
            <a:r>
              <a:rPr lang="en-ID" b="1" dirty="0" err="1"/>
              <a:t>Jurusan</a:t>
            </a:r>
            <a:r>
              <a:rPr lang="en-ID" b="1" dirty="0"/>
              <a:t> 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B3B95-6A76-95A9-2B10-FA88FDAE9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membeli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laboratorium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.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b="1" dirty="0"/>
              <a:t>3 </a:t>
            </a:r>
            <a:r>
              <a:rPr lang="en-ID" b="1" dirty="0" err="1"/>
              <a:t>alternatif</a:t>
            </a:r>
            <a:r>
              <a:rPr lang="en-ID" b="1" dirty="0"/>
              <a:t> </a:t>
            </a:r>
            <a:r>
              <a:rPr lang="en-ID" b="1" dirty="0" err="1"/>
              <a:t>Komputer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komputer</a:t>
            </a:r>
            <a:r>
              <a:rPr lang="en-ID" dirty="0"/>
              <a:t> A</a:t>
            </a:r>
          </a:p>
          <a:p>
            <a:pPr lvl="1"/>
            <a:r>
              <a:rPr lang="en-ID" dirty="0" err="1"/>
              <a:t>komputer</a:t>
            </a:r>
            <a:r>
              <a:rPr lang="en-ID" dirty="0"/>
              <a:t> B</a:t>
            </a:r>
          </a:p>
          <a:p>
            <a:pPr lvl="1"/>
            <a:r>
              <a:rPr lang="en-ID" dirty="0" err="1"/>
              <a:t>komputer</a:t>
            </a:r>
            <a:r>
              <a:rPr lang="en-ID" dirty="0"/>
              <a:t> C</a:t>
            </a:r>
          </a:p>
          <a:p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4 </a:t>
            </a:r>
            <a:r>
              <a:rPr lang="en-ID" b="1" dirty="0" err="1"/>
              <a:t>kriteria</a:t>
            </a:r>
            <a:r>
              <a:rPr lang="en-ID" b="1" dirty="0"/>
              <a:t> </a:t>
            </a:r>
            <a:r>
              <a:rPr lang="en-ID" b="1" dirty="0" err="1"/>
              <a:t>penilaian</a:t>
            </a:r>
            <a:r>
              <a:rPr lang="en-ID" dirty="0"/>
              <a:t>:</a:t>
            </a:r>
          </a:p>
          <a:p>
            <a:pPr lvl="1"/>
            <a:r>
              <a:rPr lang="en-ID" dirty="0"/>
              <a:t>Harga</a:t>
            </a:r>
          </a:p>
          <a:p>
            <a:pPr lvl="1"/>
            <a:r>
              <a:rPr lang="en-ID" dirty="0" err="1"/>
              <a:t>Spesifikasi</a:t>
            </a:r>
            <a:endParaRPr lang="en-ID" dirty="0"/>
          </a:p>
          <a:p>
            <a:pPr lvl="1"/>
            <a:r>
              <a:rPr lang="en-ID" dirty="0"/>
              <a:t>Daya </a:t>
            </a:r>
            <a:r>
              <a:rPr lang="en-ID" dirty="0" err="1"/>
              <a:t>tahan</a:t>
            </a:r>
            <a:endParaRPr lang="en-ID" dirty="0"/>
          </a:p>
          <a:p>
            <a:pPr lvl="1"/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purna</a:t>
            </a:r>
            <a:r>
              <a:rPr lang="en-ID" dirty="0"/>
              <a:t> </a:t>
            </a:r>
            <a:r>
              <a:rPr lang="en-ID" dirty="0" err="1"/>
              <a:t>jual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6E360-76B2-EDA0-34E8-E23D3CE5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F1548-60E8-83A1-FC4E-3156272E79C0}"/>
              </a:ext>
            </a:extLst>
          </p:cNvPr>
          <p:cNvSpPr txBox="1"/>
          <p:nvPr/>
        </p:nvSpPr>
        <p:spPr>
          <a:xfrm>
            <a:off x="5971953" y="2272408"/>
            <a:ext cx="6096000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D" b="1" dirty="0" err="1"/>
              <a:t>Pertanyaan</a:t>
            </a:r>
            <a:r>
              <a:rPr lang="en-ID" b="1" dirty="0"/>
              <a:t> </a:t>
            </a:r>
            <a:r>
              <a:rPr lang="en-ID" b="1" dirty="0" err="1"/>
              <a:t>Diskusi</a:t>
            </a:r>
            <a:r>
              <a:rPr lang="en-ID" b="1" dirty="0"/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Apakah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</a:t>
            </a:r>
            <a:r>
              <a:rPr lang="en-ID" dirty="0" err="1"/>
              <a:t>termurah</a:t>
            </a:r>
            <a:r>
              <a:rPr lang="en-ID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 </a:t>
            </a:r>
            <a:r>
              <a:rPr lang="en-ID" dirty="0" err="1"/>
              <a:t>murah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spesifikasinya</a:t>
            </a:r>
            <a:r>
              <a:rPr lang="en-ID" dirty="0"/>
              <a:t> </a:t>
            </a:r>
            <a:r>
              <a:rPr lang="en-ID" dirty="0" err="1"/>
              <a:t>rendah</a:t>
            </a:r>
            <a:r>
              <a:rPr lang="en-ID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Apakah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kepentingan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pilihan</a:t>
            </a:r>
            <a:r>
              <a:rPr lang="en-ID" dirty="0"/>
              <a:t> paling </a:t>
            </a:r>
            <a:r>
              <a:rPr lang="en-ID" dirty="0" err="1"/>
              <a:t>rasional</a:t>
            </a:r>
            <a:r>
              <a:rPr lang="en-ID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B9AF3-65CD-4264-AD2C-CF696C89A9EE}"/>
              </a:ext>
            </a:extLst>
          </p:cNvPr>
          <p:cNvSpPr txBox="1"/>
          <p:nvPr/>
        </p:nvSpPr>
        <p:spPr>
          <a:xfrm>
            <a:off x="5971953" y="5315189"/>
            <a:ext cx="6096000" cy="8617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ID" b="1" dirty="0"/>
              <a:t>DIPERLUKAN ALAT BANTU PENDUKUNG KEPUTUSAN:</a:t>
            </a:r>
          </a:p>
          <a:p>
            <a:pPr algn="ctr">
              <a:buNone/>
            </a:pPr>
            <a:r>
              <a:rPr lang="en-ID" sz="3200" b="1" dirty="0"/>
              <a:t>Multi Criteria Decision Making</a:t>
            </a:r>
            <a:endParaRPr lang="en-ID" sz="32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C15E0240-B30F-3EAE-B0DC-B7B7FCB5E800}"/>
              </a:ext>
            </a:extLst>
          </p:cNvPr>
          <p:cNvSpPr/>
          <p:nvPr/>
        </p:nvSpPr>
        <p:spPr>
          <a:xfrm>
            <a:off x="8742620" y="4648200"/>
            <a:ext cx="923925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625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25" y="2766218"/>
            <a:ext cx="6724650" cy="1325563"/>
          </a:xfrm>
        </p:spPr>
        <p:txBody>
          <a:bodyPr>
            <a:normAutofit/>
          </a:bodyPr>
          <a:lstStyle/>
          <a:p>
            <a:r>
              <a:rPr sz="3600" b="1" dirty="0" err="1">
                <a:latin typeface="MV Boli" panose="02000500030200090000" pitchFamily="2" charset="0"/>
                <a:cs typeface="MV Boli" panose="02000500030200090000" pitchFamily="2" charset="0"/>
              </a:rPr>
              <a:t>Kenapa</a:t>
            </a:r>
            <a:r>
              <a:rPr sz="3600" b="1" dirty="0">
                <a:latin typeface="MV Boli" panose="02000500030200090000" pitchFamily="2" charset="0"/>
                <a:cs typeface="MV Boli" panose="02000500030200090000" pitchFamily="2" charset="0"/>
              </a:rPr>
              <a:t> MCDM </a:t>
            </a:r>
            <a:r>
              <a:rPr sz="3600" b="1" dirty="0" err="1">
                <a:latin typeface="MV Boli" panose="02000500030200090000" pitchFamily="2" charset="0"/>
                <a:cs typeface="MV Boli" panose="02000500030200090000" pitchFamily="2" charset="0"/>
              </a:rPr>
              <a:t>Dibutuhkan</a:t>
            </a:r>
            <a:r>
              <a:rPr sz="3600" b="1" dirty="0">
                <a:latin typeface="MV Boli" panose="02000500030200090000" pitchFamily="2" charset="0"/>
                <a:cs typeface="MV Boli" panose="02000500030200090000" pitchFamily="2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4" y="1148555"/>
            <a:ext cx="5133975" cy="487124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 sz="2400"/>
            </a:pPr>
            <a:r>
              <a:rPr sz="3000" dirty="0">
                <a:latin typeface="Caveat" panose="00000500000000000000" pitchFamily="2" charset="0"/>
              </a:rPr>
              <a:t>Masalah </a:t>
            </a:r>
            <a:r>
              <a:rPr sz="3000" dirty="0" err="1">
                <a:latin typeface="Caveat" panose="00000500000000000000" pitchFamily="2" charset="0"/>
              </a:rPr>
              <a:t>nyata</a:t>
            </a:r>
            <a:r>
              <a:rPr sz="3000" dirty="0">
                <a:latin typeface="Caveat" panose="00000500000000000000" pitchFamily="2" charset="0"/>
              </a:rPr>
              <a:t> </a:t>
            </a:r>
            <a:r>
              <a:rPr sz="3000" b="1" dirty="0" err="1">
                <a:latin typeface="Caveat" panose="00000500000000000000" pitchFamily="2" charset="0"/>
              </a:rPr>
              <a:t>jarang</a:t>
            </a:r>
            <a:r>
              <a:rPr sz="3000" b="1" dirty="0">
                <a:latin typeface="Caveat" panose="00000500000000000000" pitchFamily="2" charset="0"/>
              </a:rPr>
              <a:t> </a:t>
            </a:r>
            <a:r>
              <a:rPr lang="en-ID" sz="3000" dirty="0" err="1">
                <a:latin typeface="Caveat" panose="00000500000000000000" pitchFamily="2" charset="0"/>
              </a:rPr>
              <a:t>ditentukan</a:t>
            </a:r>
            <a:r>
              <a:rPr lang="en-ID" sz="3000" dirty="0">
                <a:latin typeface="Caveat" panose="00000500000000000000" pitchFamily="2" charset="0"/>
              </a:rPr>
              <a:t> oleh </a:t>
            </a:r>
            <a:r>
              <a:rPr sz="3000" b="1" dirty="0">
                <a:latin typeface="Caveat" panose="00000500000000000000" pitchFamily="2" charset="0"/>
              </a:rPr>
              <a:t>1 </a:t>
            </a:r>
            <a:r>
              <a:rPr sz="3000" b="1" dirty="0" err="1">
                <a:latin typeface="Caveat" panose="00000500000000000000" pitchFamily="2" charset="0"/>
              </a:rPr>
              <a:t>kriteria</a:t>
            </a:r>
            <a:r>
              <a:rPr sz="3000" b="1" dirty="0">
                <a:latin typeface="Caveat" panose="00000500000000000000" pitchFamily="2" charset="0"/>
              </a:rPr>
              <a:t> </a:t>
            </a:r>
            <a:r>
              <a:rPr sz="3000" b="1" dirty="0" err="1">
                <a:latin typeface="Caveat" panose="00000500000000000000" pitchFamily="2" charset="0"/>
              </a:rPr>
              <a:t>saja</a:t>
            </a:r>
            <a:endParaRPr sz="3000" b="1" dirty="0">
              <a:latin typeface="Caveat" panose="00000500000000000000" pitchFamily="2" charset="0"/>
            </a:endParaRPr>
          </a:p>
          <a:p>
            <a:pPr>
              <a:defRPr sz="2400"/>
            </a:pPr>
            <a:r>
              <a:rPr sz="3000" b="1" dirty="0">
                <a:latin typeface="Caveat" panose="00000500000000000000" pitchFamily="2" charset="0"/>
              </a:rPr>
              <a:t>Banyak </a:t>
            </a:r>
            <a:r>
              <a:rPr sz="3000" b="1" dirty="0" err="1">
                <a:latin typeface="Caveat" panose="00000500000000000000" pitchFamily="2" charset="0"/>
              </a:rPr>
              <a:t>alternatif</a:t>
            </a:r>
            <a:endParaRPr sz="3000" b="1" dirty="0">
              <a:latin typeface="Caveat" panose="00000500000000000000" pitchFamily="2" charset="0"/>
            </a:endParaRPr>
          </a:p>
          <a:p>
            <a:pPr lvl="1">
              <a:defRPr sz="2000"/>
            </a:pPr>
            <a:r>
              <a:rPr sz="3000" dirty="0" err="1">
                <a:latin typeface="Caveat" panose="00000500000000000000" pitchFamily="2" charset="0"/>
              </a:rPr>
              <a:t>Contoh</a:t>
            </a:r>
            <a:r>
              <a:rPr sz="3000" dirty="0">
                <a:latin typeface="Caveat" panose="00000500000000000000" pitchFamily="2" charset="0"/>
              </a:rPr>
              <a:t>: </a:t>
            </a:r>
            <a:r>
              <a:rPr sz="3000" dirty="0" err="1">
                <a:latin typeface="Caveat" panose="00000500000000000000" pitchFamily="2" charset="0"/>
              </a:rPr>
              <a:t>kandidat</a:t>
            </a:r>
            <a:r>
              <a:rPr sz="3000" dirty="0">
                <a:latin typeface="Caveat" panose="00000500000000000000" pitchFamily="2" charset="0"/>
              </a:rPr>
              <a:t> A, B, C</a:t>
            </a:r>
            <a:r>
              <a:rPr lang="en-US" sz="3000" dirty="0">
                <a:latin typeface="Caveat" panose="00000500000000000000" pitchFamily="2" charset="0"/>
              </a:rPr>
              <a:t>, D,E</a:t>
            </a:r>
            <a:endParaRPr sz="3000" dirty="0">
              <a:latin typeface="Caveat" panose="00000500000000000000" pitchFamily="2" charset="0"/>
            </a:endParaRPr>
          </a:p>
          <a:p>
            <a:pPr lvl="1">
              <a:defRPr sz="2000"/>
            </a:pPr>
            <a:r>
              <a:rPr sz="3000" dirty="0" err="1">
                <a:latin typeface="Caveat" panose="00000500000000000000" pitchFamily="2" charset="0"/>
              </a:rPr>
              <a:t>Contoh</a:t>
            </a:r>
            <a:r>
              <a:rPr sz="3000" dirty="0">
                <a:latin typeface="Caveat" panose="00000500000000000000" pitchFamily="2" charset="0"/>
              </a:rPr>
              <a:t>: supplier 1, 2, 3</a:t>
            </a:r>
            <a:r>
              <a:rPr lang="en-US" sz="3000" dirty="0">
                <a:latin typeface="Caveat" panose="00000500000000000000" pitchFamily="2" charset="0"/>
              </a:rPr>
              <a:t>,4,5</a:t>
            </a:r>
            <a:endParaRPr sz="3000" dirty="0">
              <a:latin typeface="Caveat" panose="00000500000000000000" pitchFamily="2" charset="0"/>
            </a:endParaRPr>
          </a:p>
          <a:p>
            <a:pPr>
              <a:defRPr sz="2400"/>
            </a:pPr>
            <a:r>
              <a:rPr sz="3000" b="1" dirty="0">
                <a:latin typeface="Caveat" panose="00000500000000000000" pitchFamily="2" charset="0"/>
              </a:rPr>
              <a:t>Banyak </a:t>
            </a:r>
            <a:r>
              <a:rPr sz="3000" b="1" dirty="0" err="1">
                <a:latin typeface="Caveat" panose="00000500000000000000" pitchFamily="2" charset="0"/>
              </a:rPr>
              <a:t>kriteria</a:t>
            </a:r>
            <a:endParaRPr sz="3000" b="1" dirty="0">
              <a:latin typeface="Caveat" panose="00000500000000000000" pitchFamily="2" charset="0"/>
            </a:endParaRPr>
          </a:p>
          <a:p>
            <a:pPr lvl="1">
              <a:defRPr sz="2000"/>
            </a:pPr>
            <a:r>
              <a:rPr sz="3000" dirty="0" err="1">
                <a:latin typeface="Caveat" panose="00000500000000000000" pitchFamily="2" charset="0"/>
              </a:rPr>
              <a:t>Biaya</a:t>
            </a:r>
            <a:r>
              <a:rPr sz="3000" dirty="0">
                <a:latin typeface="Caveat" panose="00000500000000000000" pitchFamily="2" charset="0"/>
              </a:rPr>
              <a:t>, </a:t>
            </a:r>
            <a:r>
              <a:rPr sz="3000" dirty="0" err="1">
                <a:latin typeface="Caveat" panose="00000500000000000000" pitchFamily="2" charset="0"/>
              </a:rPr>
              <a:t>kualitas</a:t>
            </a:r>
            <a:r>
              <a:rPr sz="3000" dirty="0">
                <a:latin typeface="Caveat" panose="00000500000000000000" pitchFamily="2" charset="0"/>
              </a:rPr>
              <a:t>, </a:t>
            </a:r>
            <a:r>
              <a:rPr sz="3000" dirty="0" err="1">
                <a:latin typeface="Caveat" panose="00000500000000000000" pitchFamily="2" charset="0"/>
              </a:rPr>
              <a:t>waktu</a:t>
            </a:r>
            <a:r>
              <a:rPr sz="3000" dirty="0">
                <a:latin typeface="Caveat" panose="00000500000000000000" pitchFamily="2" charset="0"/>
              </a:rPr>
              <a:t>, </a:t>
            </a:r>
            <a:r>
              <a:rPr sz="3000" dirty="0" err="1">
                <a:latin typeface="Caveat" panose="00000500000000000000" pitchFamily="2" charset="0"/>
              </a:rPr>
              <a:t>risiko</a:t>
            </a:r>
            <a:r>
              <a:rPr sz="3000" dirty="0">
                <a:latin typeface="Caveat" panose="00000500000000000000" pitchFamily="2" charset="0"/>
              </a:rPr>
              <a:t>, </a:t>
            </a:r>
            <a:r>
              <a:rPr sz="3000" dirty="0" err="1">
                <a:latin typeface="Caveat" panose="00000500000000000000" pitchFamily="2" charset="0"/>
              </a:rPr>
              <a:t>dll</a:t>
            </a:r>
            <a:r>
              <a:rPr sz="3000" dirty="0">
                <a:latin typeface="Caveat" panose="00000500000000000000" pitchFamily="2" charset="0"/>
              </a:rPr>
              <a:t>.</a:t>
            </a:r>
          </a:p>
          <a:p>
            <a:pPr>
              <a:defRPr sz="2400"/>
            </a:pPr>
            <a:r>
              <a:rPr sz="3000" b="1" dirty="0">
                <a:latin typeface="Caveat" panose="00000500000000000000" pitchFamily="2" charset="0"/>
              </a:rPr>
              <a:t>Ada </a:t>
            </a:r>
            <a:r>
              <a:rPr sz="3000" b="1" dirty="0" err="1">
                <a:latin typeface="Caveat" panose="00000500000000000000" pitchFamily="2" charset="0"/>
              </a:rPr>
              <a:t>konflik</a:t>
            </a:r>
            <a:r>
              <a:rPr sz="3000" b="1" dirty="0">
                <a:latin typeface="Caveat" panose="00000500000000000000" pitchFamily="2" charset="0"/>
              </a:rPr>
              <a:t> </a:t>
            </a:r>
            <a:r>
              <a:rPr sz="3000" b="1" dirty="0" err="1">
                <a:latin typeface="Caveat" panose="00000500000000000000" pitchFamily="2" charset="0"/>
              </a:rPr>
              <a:t>antar</a:t>
            </a:r>
            <a:r>
              <a:rPr sz="3000" b="1" dirty="0">
                <a:latin typeface="Caveat" panose="00000500000000000000" pitchFamily="2" charset="0"/>
              </a:rPr>
              <a:t> </a:t>
            </a:r>
            <a:r>
              <a:rPr sz="3000" b="1" dirty="0" err="1">
                <a:latin typeface="Caveat" panose="00000500000000000000" pitchFamily="2" charset="0"/>
              </a:rPr>
              <a:t>kriteria</a:t>
            </a:r>
            <a:endParaRPr sz="3000" b="1" dirty="0">
              <a:latin typeface="Caveat" panose="00000500000000000000" pitchFamily="2" charset="0"/>
            </a:endParaRPr>
          </a:p>
          <a:p>
            <a:pPr lvl="1">
              <a:defRPr sz="2000"/>
            </a:pPr>
            <a:r>
              <a:rPr sz="3000" dirty="0" err="1">
                <a:latin typeface="Caveat" panose="00000500000000000000" pitchFamily="2" charset="0"/>
              </a:rPr>
              <a:t>Biaya</a:t>
            </a:r>
            <a:r>
              <a:rPr sz="3000" dirty="0">
                <a:latin typeface="Caveat" panose="00000500000000000000" pitchFamily="2" charset="0"/>
              </a:rPr>
              <a:t> vs </a:t>
            </a:r>
            <a:r>
              <a:rPr sz="3000" dirty="0" err="1">
                <a:latin typeface="Caveat" panose="00000500000000000000" pitchFamily="2" charset="0"/>
              </a:rPr>
              <a:t>kualitas</a:t>
            </a:r>
            <a:endParaRPr sz="3000" dirty="0">
              <a:latin typeface="Caveat" panose="00000500000000000000" pitchFamily="2" charset="0"/>
            </a:endParaRPr>
          </a:p>
          <a:p>
            <a:pPr lvl="1">
              <a:defRPr sz="2000"/>
            </a:pPr>
            <a:r>
              <a:rPr sz="3000" dirty="0" err="1">
                <a:latin typeface="Caveat" panose="00000500000000000000" pitchFamily="2" charset="0"/>
              </a:rPr>
              <a:t>Risiko</a:t>
            </a:r>
            <a:r>
              <a:rPr sz="3000" dirty="0">
                <a:latin typeface="Caveat" panose="00000500000000000000" pitchFamily="2" charset="0"/>
              </a:rPr>
              <a:t> vs </a:t>
            </a:r>
            <a:r>
              <a:rPr sz="3000" dirty="0" err="1">
                <a:latin typeface="Caveat" panose="00000500000000000000" pitchFamily="2" charset="0"/>
              </a:rPr>
              <a:t>keuntungan</a:t>
            </a:r>
            <a:endParaRPr sz="3000" dirty="0">
              <a:latin typeface="Caveat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6369-C043-BE38-C95A-27ACD261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Ilustrasi</a:t>
            </a:r>
            <a:r>
              <a:rPr lang="en-ID" b="1" dirty="0"/>
              <a:t> </a:t>
            </a:r>
            <a:r>
              <a:rPr lang="en-ID" b="1" dirty="0" err="1"/>
              <a:t>Konflik</a:t>
            </a:r>
            <a:r>
              <a:rPr lang="en-ID" b="1" dirty="0"/>
              <a:t> Antar </a:t>
            </a:r>
            <a:r>
              <a:rPr lang="en-ID" b="1" dirty="0" err="1"/>
              <a:t>Kriteria</a:t>
            </a:r>
            <a:endParaRPr lang="en-ID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88623-2785-562B-6770-73F6EE5A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45D0CC-E776-7388-1E5A-9A0B38AE0F40}"/>
              </a:ext>
            </a:extLst>
          </p:cNvPr>
          <p:cNvSpPr/>
          <p:nvPr/>
        </p:nvSpPr>
        <p:spPr>
          <a:xfrm>
            <a:off x="2076450" y="1576864"/>
            <a:ext cx="1828800" cy="1097280"/>
          </a:xfrm>
          <a:prstGeom prst="ellipse">
            <a:avLst/>
          </a:prstGeom>
          <a:solidFill>
            <a:srgbClr val="E6F3FF"/>
          </a:solidFill>
          <a:ln>
            <a:solidFill>
              <a:srgbClr val="00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Biaya</a:t>
            </a:r>
            <a:r>
              <a:rPr sz="2000" b="1" dirty="0">
                <a:solidFill>
                  <a:srgbClr val="FF0000"/>
                </a:solidFill>
                <a:latin typeface="Caveat" panose="00000500000000000000" pitchFamily="2" charset="0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Rendah</a:t>
            </a:r>
            <a:endParaRPr sz="2000" b="1" dirty="0">
              <a:solidFill>
                <a:srgbClr val="FF0000"/>
              </a:solidFill>
              <a:latin typeface="Caveat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AF5BCE-984E-2A9B-A639-C7B29C7EBA23}"/>
              </a:ext>
            </a:extLst>
          </p:cNvPr>
          <p:cNvSpPr/>
          <p:nvPr/>
        </p:nvSpPr>
        <p:spPr>
          <a:xfrm>
            <a:off x="7562850" y="1576864"/>
            <a:ext cx="1828800" cy="1097280"/>
          </a:xfrm>
          <a:prstGeom prst="ellipse">
            <a:avLst/>
          </a:prstGeom>
          <a:solidFill>
            <a:srgbClr val="E6F3FF"/>
          </a:solidFill>
          <a:ln>
            <a:solidFill>
              <a:srgbClr val="00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0000"/>
                </a:solidFill>
                <a:latin typeface="Caveat" panose="00000500000000000000" pitchFamily="2" charset="0"/>
              </a:rPr>
              <a:t>Kualitas Tinggi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27D55-6AB6-0D74-6E56-7375B74B03AB}"/>
              </a:ext>
            </a:extLst>
          </p:cNvPr>
          <p:cNvSpPr/>
          <p:nvPr/>
        </p:nvSpPr>
        <p:spPr>
          <a:xfrm>
            <a:off x="3905250" y="2034064"/>
            <a:ext cx="3657600" cy="18288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Caveat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EE90E-9D53-6205-CACD-0DDE7382C3FF}"/>
              </a:ext>
            </a:extLst>
          </p:cNvPr>
          <p:cNvSpPr txBox="1"/>
          <p:nvPr/>
        </p:nvSpPr>
        <p:spPr>
          <a:xfrm>
            <a:off x="1752600" y="2902427"/>
            <a:ext cx="796290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2000"/>
            </a:pPr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Apakah mungkin mendapatkan biaya rendah dan kualitas tinggi sekaligus?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B1AB82-2C87-29A2-2613-ED53DF39B85D}"/>
              </a:ext>
            </a:extLst>
          </p:cNvPr>
          <p:cNvSpPr/>
          <p:nvPr/>
        </p:nvSpPr>
        <p:spPr>
          <a:xfrm>
            <a:off x="2076450" y="4253389"/>
            <a:ext cx="1828800" cy="1097280"/>
          </a:xfrm>
          <a:prstGeom prst="ellipse">
            <a:avLst/>
          </a:prstGeom>
          <a:solidFill>
            <a:srgbClr val="E6F3FF"/>
          </a:solidFill>
          <a:ln>
            <a:solidFill>
              <a:srgbClr val="00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Resiko</a:t>
            </a:r>
            <a:r>
              <a:rPr sz="2000" b="1" dirty="0">
                <a:solidFill>
                  <a:srgbClr val="FF0000"/>
                </a:solidFill>
                <a:latin typeface="Caveat" panose="00000500000000000000" pitchFamily="2" charset="0"/>
              </a:rPr>
              <a:t> </a:t>
            </a:r>
            <a:r>
              <a:rPr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Rendah</a:t>
            </a:r>
            <a:endParaRPr sz="2000" b="1" dirty="0">
              <a:solidFill>
                <a:srgbClr val="FF0000"/>
              </a:solidFill>
              <a:latin typeface="Caveat" panose="00000500000000000000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68EA72-3A85-0EB7-FDC3-402415FD6033}"/>
              </a:ext>
            </a:extLst>
          </p:cNvPr>
          <p:cNvSpPr/>
          <p:nvPr/>
        </p:nvSpPr>
        <p:spPr>
          <a:xfrm>
            <a:off x="7562850" y="4253389"/>
            <a:ext cx="1828800" cy="1097280"/>
          </a:xfrm>
          <a:prstGeom prst="ellipse">
            <a:avLst/>
          </a:prstGeom>
          <a:solidFill>
            <a:srgbClr val="E6F3FF"/>
          </a:solidFill>
          <a:ln>
            <a:solidFill>
              <a:srgbClr val="005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Keuntungan</a:t>
            </a:r>
            <a:r>
              <a:rPr sz="2000" b="1" dirty="0" err="1">
                <a:solidFill>
                  <a:srgbClr val="FF0000"/>
                </a:solidFill>
                <a:latin typeface="Caveat" panose="00000500000000000000" pitchFamily="2" charset="0"/>
              </a:rPr>
              <a:t>Tinggi</a:t>
            </a:r>
            <a:endParaRPr sz="2000" b="1" dirty="0">
              <a:solidFill>
                <a:srgbClr val="FF0000"/>
              </a:solidFill>
              <a:latin typeface="Caveat" panose="00000500000000000000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0A888D-75A4-1AF5-EA28-9628D3CA9793}"/>
              </a:ext>
            </a:extLst>
          </p:cNvPr>
          <p:cNvSpPr/>
          <p:nvPr/>
        </p:nvSpPr>
        <p:spPr>
          <a:xfrm>
            <a:off x="3905250" y="4710589"/>
            <a:ext cx="3657600" cy="18288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>
              <a:latin typeface="Caveat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5052BE-8479-49E0-845E-A8FD429670E5}"/>
              </a:ext>
            </a:extLst>
          </p:cNvPr>
          <p:cNvSpPr txBox="1"/>
          <p:nvPr/>
        </p:nvSpPr>
        <p:spPr>
          <a:xfrm>
            <a:off x="1433512" y="5528689"/>
            <a:ext cx="8601075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2000"/>
            </a:pPr>
            <a:r>
              <a:rPr lang="sv-SE" dirty="0">
                <a:solidFill>
                  <a:schemeClr val="accent1">
                    <a:lumMod val="75000"/>
                  </a:schemeClr>
                </a:solidFill>
              </a:rPr>
              <a:t>Apakah mungkin mendapatkan Resiko rendah dan Keuntungan tinggi sekaligus?</a:t>
            </a:r>
          </a:p>
        </p:txBody>
      </p:sp>
    </p:spTree>
    <p:extLst>
      <p:ext uri="{BB962C8B-B14F-4D97-AF65-F5344CB8AC3E}">
        <p14:creationId xmlns:p14="http://schemas.microsoft.com/office/powerpoint/2010/main" val="760449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1030" y="729615"/>
            <a:ext cx="4023360" cy="47548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200" b="1"/>
            </a:pPr>
            <a:r>
              <a:rPr sz="3600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Criteri</a:t>
            </a:r>
            <a:r>
              <a:rPr lang="en-US" sz="3600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sz="3600" u="sng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1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kriteria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Lebih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sederhana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Tidak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ada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konflik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antar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kriteria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Contoh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pilih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nilai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tertinggi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33920" y="729615"/>
            <a:ext cx="4023360" cy="47548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200" b="1"/>
            </a:pPr>
            <a:r>
              <a:rPr sz="4000" u="sng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Multi-Criteria</a:t>
            </a: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Banyak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kriteria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Lebih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realistis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Konflik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antar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kriteria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umum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  <a:defRPr sz="2000"/>
            </a:pP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Contoh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nilai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+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prestasi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 + </a:t>
            </a:r>
            <a:r>
              <a:rPr sz="2800" dirty="0" err="1">
                <a:solidFill>
                  <a:schemeClr val="accent2">
                    <a:lumMod val="75000"/>
                  </a:schemeClr>
                </a:solidFill>
              </a:rPr>
              <a:t>ekonomi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8DB22-027D-284D-DB2B-5C790FD8683C}"/>
              </a:ext>
            </a:extLst>
          </p:cNvPr>
          <p:cNvSpPr txBox="1"/>
          <p:nvPr/>
        </p:nvSpPr>
        <p:spPr>
          <a:xfrm>
            <a:off x="5172442" y="2791896"/>
            <a:ext cx="7334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400" dirty="0"/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/>
              <a:t>Multi-Criteria Decision Making (MCDM)</a:t>
            </a:r>
            <a:endParaRPr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3600" dirty="0" err="1"/>
              <a:t>Pendekatan</a:t>
            </a:r>
            <a:r>
              <a:rPr sz="3600" dirty="0"/>
              <a:t> </a:t>
            </a:r>
            <a:r>
              <a:rPr sz="3600" dirty="0" err="1"/>
              <a:t>sistematis</a:t>
            </a:r>
            <a:r>
              <a:rPr sz="3600" dirty="0"/>
              <a:t> </a:t>
            </a:r>
            <a:r>
              <a:rPr sz="3600" dirty="0" err="1"/>
              <a:t>untuk</a:t>
            </a:r>
            <a:r>
              <a:rPr sz="3600" dirty="0"/>
              <a:t> </a:t>
            </a:r>
            <a:r>
              <a:rPr sz="3600" dirty="0" err="1"/>
              <a:t>mengevaluasi</a:t>
            </a:r>
            <a:r>
              <a:rPr sz="3600" dirty="0"/>
              <a:t> </a:t>
            </a:r>
            <a:r>
              <a:rPr sz="3600" dirty="0" err="1"/>
              <a:t>beberapa</a:t>
            </a:r>
            <a:r>
              <a:rPr sz="3600" dirty="0"/>
              <a:t> </a:t>
            </a:r>
            <a:r>
              <a:rPr sz="3600" dirty="0" err="1"/>
              <a:t>alternatif</a:t>
            </a:r>
            <a:endParaRPr sz="3600" dirty="0"/>
          </a:p>
          <a:p>
            <a:pPr>
              <a:defRPr sz="2400"/>
            </a:pPr>
            <a:r>
              <a:rPr sz="3600" dirty="0" err="1"/>
              <a:t>Dilihat</a:t>
            </a:r>
            <a:r>
              <a:rPr sz="3600" dirty="0"/>
              <a:t> </a:t>
            </a:r>
            <a:r>
              <a:rPr sz="3600" dirty="0" err="1"/>
              <a:t>dari</a:t>
            </a:r>
            <a:r>
              <a:rPr sz="3600" dirty="0"/>
              <a:t> </a:t>
            </a:r>
            <a:r>
              <a:rPr sz="3600" dirty="0" err="1"/>
              <a:t>banyak</a:t>
            </a:r>
            <a:r>
              <a:rPr sz="3600" dirty="0"/>
              <a:t> </a:t>
            </a:r>
            <a:r>
              <a:rPr sz="3600" dirty="0" err="1"/>
              <a:t>kriteria</a:t>
            </a:r>
            <a:r>
              <a:rPr sz="3600" dirty="0"/>
              <a:t> </a:t>
            </a:r>
            <a:r>
              <a:rPr sz="3600" dirty="0" err="1"/>
              <a:t>sekaligus</a:t>
            </a:r>
            <a:endParaRPr sz="3600" dirty="0"/>
          </a:p>
          <a:p>
            <a:pPr>
              <a:defRPr sz="2400"/>
            </a:pPr>
            <a:r>
              <a:rPr sz="3600" dirty="0" err="1"/>
              <a:t>Menggunakan</a:t>
            </a:r>
            <a:r>
              <a:rPr sz="3600" dirty="0"/>
              <a:t> </a:t>
            </a:r>
            <a:r>
              <a:rPr sz="3600" dirty="0" err="1"/>
              <a:t>bobot</a:t>
            </a:r>
            <a:r>
              <a:rPr sz="3600" dirty="0"/>
              <a:t> </a:t>
            </a:r>
            <a:r>
              <a:rPr sz="3600" dirty="0" err="1"/>
              <a:t>untuk</a:t>
            </a:r>
            <a:r>
              <a:rPr sz="3600" dirty="0"/>
              <a:t> </a:t>
            </a:r>
            <a:r>
              <a:rPr sz="3600" dirty="0" err="1"/>
              <a:t>menunjukkan</a:t>
            </a:r>
            <a:r>
              <a:rPr sz="3600" dirty="0"/>
              <a:t> </a:t>
            </a:r>
            <a:r>
              <a:rPr sz="3600" dirty="0" err="1"/>
              <a:t>prioritas</a:t>
            </a:r>
            <a:endParaRPr sz="3600" dirty="0"/>
          </a:p>
          <a:p>
            <a:pPr>
              <a:defRPr sz="2400"/>
            </a:pPr>
            <a:r>
              <a:rPr sz="3600" dirty="0" err="1"/>
              <a:t>Hasilnya</a:t>
            </a:r>
            <a:r>
              <a:rPr sz="3600" dirty="0"/>
              <a:t> </a:t>
            </a:r>
            <a:r>
              <a:rPr sz="3600" dirty="0" err="1"/>
              <a:t>biasanya</a:t>
            </a:r>
            <a:r>
              <a:rPr sz="3600" dirty="0"/>
              <a:t>: ranking / </a:t>
            </a:r>
            <a:r>
              <a:rPr sz="3600" dirty="0" err="1"/>
              <a:t>rekomendasi</a:t>
            </a:r>
            <a:r>
              <a:rPr sz="3600" dirty="0"/>
              <a:t> </a:t>
            </a:r>
            <a:r>
              <a:rPr sz="3600" dirty="0" err="1"/>
              <a:t>alternatif</a:t>
            </a:r>
            <a:r>
              <a:rPr sz="3600" dirty="0"/>
              <a:t> </a:t>
            </a:r>
            <a:r>
              <a:rPr sz="3600" dirty="0" err="1"/>
              <a:t>terbaik</a:t>
            </a:r>
            <a:endParaRPr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C10C-0F34-8A4F-9C9A-D7CD3FF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083545" cy="643404"/>
          </a:xfrm>
        </p:spPr>
        <p:txBody>
          <a:bodyPr>
            <a:normAutofit fontScale="90000"/>
          </a:bodyPr>
          <a:lstStyle/>
          <a:p>
            <a:r>
              <a:rPr lang="en-US" sz="3600" b="1" dirty="0" err="1"/>
              <a:t>Apa</a:t>
            </a:r>
            <a:r>
              <a:rPr lang="en-US" sz="3600" b="1" dirty="0"/>
              <a:t> </a:t>
            </a:r>
            <a:r>
              <a:rPr lang="en-US" sz="3600" b="1" dirty="0" err="1"/>
              <a:t>itu</a:t>
            </a:r>
            <a:r>
              <a:rPr lang="en-US" sz="3600" b="1" dirty="0"/>
              <a:t> Multi-criteria Decision Making (MCDM)?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ABEEE-816B-0045-911C-B3C9D6A6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36B04C-4440-904D-9C68-FC1952049ABE}"/>
              </a:ext>
            </a:extLst>
          </p:cNvPr>
          <p:cNvSpPr/>
          <p:nvPr/>
        </p:nvSpPr>
        <p:spPr>
          <a:xfrm>
            <a:off x="591670" y="2232211"/>
            <a:ext cx="2823882" cy="1021976"/>
          </a:xfrm>
          <a:prstGeom prst="roundRect">
            <a:avLst/>
          </a:prstGeom>
          <a:solidFill>
            <a:schemeClr val="accent2"/>
          </a:solidFill>
          <a:ln>
            <a:solidFill>
              <a:srgbClr val="0E1F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MCDM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BEB355-EDA8-FA44-BB67-D719AB4964DF}"/>
              </a:ext>
            </a:extLst>
          </p:cNvPr>
          <p:cNvSpPr txBox="1"/>
          <p:nvPr/>
        </p:nvSpPr>
        <p:spPr>
          <a:xfrm>
            <a:off x="201705" y="3429000"/>
            <a:ext cx="52174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cabang</a:t>
            </a:r>
            <a:r>
              <a:rPr lang="en-US" sz="2200" dirty="0"/>
              <a:t> </a:t>
            </a:r>
            <a:r>
              <a:rPr lang="en-US" sz="2200" dirty="0" err="1"/>
              <a:t>keilmuan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riset</a:t>
            </a:r>
            <a:r>
              <a:rPr lang="en-US" sz="2200" dirty="0"/>
              <a:t> </a:t>
            </a:r>
            <a:r>
              <a:rPr lang="en-US" sz="2200" dirty="0" err="1"/>
              <a:t>operasi</a:t>
            </a:r>
            <a:r>
              <a:rPr lang="en-US" sz="2200" dirty="0"/>
              <a:t> (operation research) yang </a:t>
            </a:r>
            <a:r>
              <a:rPr lang="en-US" sz="2200" dirty="0" err="1"/>
              <a:t>bersinggungan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pengambilan</a:t>
            </a:r>
            <a:r>
              <a:rPr lang="en-US" sz="2200" dirty="0"/>
              <a:t> </a:t>
            </a:r>
            <a:r>
              <a:rPr lang="en-US" sz="2200" dirty="0" err="1"/>
              <a:t>keputusan</a:t>
            </a:r>
            <a:r>
              <a:rPr lang="en-US" sz="2200" dirty="0"/>
              <a:t> 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banyak</a:t>
            </a:r>
            <a:r>
              <a:rPr lang="en-US" sz="2200" dirty="0"/>
              <a:t> </a:t>
            </a:r>
            <a:r>
              <a:rPr lang="en-US" sz="2200" dirty="0" err="1"/>
              <a:t>kriteria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Menentukan</a:t>
            </a:r>
            <a:r>
              <a:rPr lang="en-US" sz="2200" dirty="0"/>
              <a:t> </a:t>
            </a:r>
            <a:r>
              <a:rPr lang="en-US" sz="2200" dirty="0" err="1"/>
              <a:t>alternatif</a:t>
            </a:r>
            <a:r>
              <a:rPr lang="en-US" sz="2200" dirty="0"/>
              <a:t> </a:t>
            </a:r>
            <a:r>
              <a:rPr lang="en-US" sz="2200" dirty="0" err="1"/>
              <a:t>terbaik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</a:t>
            </a:r>
            <a:r>
              <a:rPr lang="en-US" sz="2200" dirty="0" err="1"/>
              <a:t>sejumlah</a:t>
            </a:r>
            <a:r>
              <a:rPr lang="en-US" sz="2200" dirty="0"/>
              <a:t> </a:t>
            </a:r>
            <a:r>
              <a:rPr lang="en-US" sz="2200" dirty="0" err="1"/>
              <a:t>alternatif</a:t>
            </a:r>
            <a:r>
              <a:rPr lang="en-US" sz="2200" dirty="0"/>
              <a:t> </a:t>
            </a:r>
            <a:r>
              <a:rPr lang="en-US" sz="2200" dirty="0" err="1"/>
              <a:t>berdasarkan</a:t>
            </a:r>
            <a:r>
              <a:rPr lang="en-US" sz="2200" dirty="0"/>
              <a:t> </a:t>
            </a:r>
            <a:r>
              <a:rPr lang="en-US" sz="2200" dirty="0" err="1"/>
              <a:t>kriteria</a:t>
            </a:r>
            <a:r>
              <a:rPr lang="en-US" sz="2200" dirty="0"/>
              <a:t> </a:t>
            </a:r>
            <a:r>
              <a:rPr lang="en-US" sz="2200" dirty="0" err="1"/>
              <a:t>tertentu</a:t>
            </a:r>
            <a:endParaRPr lang="en-US" sz="22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944A7D-C1FD-A448-AC19-E584861D463E}"/>
              </a:ext>
            </a:extLst>
          </p:cNvPr>
          <p:cNvSpPr/>
          <p:nvPr/>
        </p:nvSpPr>
        <p:spPr>
          <a:xfrm>
            <a:off x="7374318" y="465925"/>
            <a:ext cx="2823882" cy="1021976"/>
          </a:xfrm>
          <a:prstGeom prst="roundRect">
            <a:avLst/>
          </a:prstGeom>
          <a:solidFill>
            <a:schemeClr val="accent2"/>
          </a:solidFill>
          <a:ln>
            <a:solidFill>
              <a:srgbClr val="0E1F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MADM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17E225F-E295-0E49-AE8E-454612BF6730}"/>
              </a:ext>
            </a:extLst>
          </p:cNvPr>
          <p:cNvSpPr/>
          <p:nvPr/>
        </p:nvSpPr>
        <p:spPr>
          <a:xfrm>
            <a:off x="7374318" y="3080677"/>
            <a:ext cx="2823882" cy="1021976"/>
          </a:xfrm>
          <a:prstGeom prst="roundRect">
            <a:avLst/>
          </a:prstGeom>
          <a:solidFill>
            <a:schemeClr val="accent2"/>
          </a:solidFill>
          <a:ln>
            <a:solidFill>
              <a:srgbClr val="0E1F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500" dirty="0"/>
              <a:t>MODM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740901-9E9C-D949-8763-48B73614DDB1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415552" y="2743199"/>
            <a:ext cx="3958766" cy="848466"/>
          </a:xfrm>
          <a:prstGeom prst="straightConnector1">
            <a:avLst/>
          </a:prstGeom>
          <a:ln w="28575">
            <a:solidFill>
              <a:srgbClr val="0E1F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BE5DA-09F1-2D4B-B9F4-D006A9F24E29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415552" y="976913"/>
            <a:ext cx="3958766" cy="1766286"/>
          </a:xfrm>
          <a:prstGeom prst="straightConnector1">
            <a:avLst/>
          </a:prstGeom>
          <a:ln w="38100">
            <a:solidFill>
              <a:srgbClr val="0E1F4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E3727E-561C-8C47-8361-276655A7B00D}"/>
              </a:ext>
            </a:extLst>
          </p:cNvPr>
          <p:cNvSpPr txBox="1"/>
          <p:nvPr/>
        </p:nvSpPr>
        <p:spPr>
          <a:xfrm rot="20144993">
            <a:off x="3844456" y="1509665"/>
            <a:ext cx="3018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TERKADANG DIMAKNAI SAMA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EFD34D-107E-2447-B4DF-A3F079079842}"/>
              </a:ext>
            </a:extLst>
          </p:cNvPr>
          <p:cNvSpPr txBox="1"/>
          <p:nvPr/>
        </p:nvSpPr>
        <p:spPr>
          <a:xfrm>
            <a:off x="7129925" y="1498325"/>
            <a:ext cx="333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Multi-attributes Decision Making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9E7518-058B-9142-B055-46D357D29F8C}"/>
              </a:ext>
            </a:extLst>
          </p:cNvPr>
          <p:cNvSpPr txBox="1"/>
          <p:nvPr/>
        </p:nvSpPr>
        <p:spPr>
          <a:xfrm>
            <a:off x="7131159" y="4067389"/>
            <a:ext cx="33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Multi-objectives Decision Making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820444-441E-794B-B430-60456F0EEFB8}"/>
              </a:ext>
            </a:extLst>
          </p:cNvPr>
          <p:cNvSpPr txBox="1"/>
          <p:nvPr/>
        </p:nvSpPr>
        <p:spPr>
          <a:xfrm>
            <a:off x="7128708" y="1785038"/>
            <a:ext cx="4661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diskrit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tunggal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sebelumnya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11AF0F-5C88-0E4F-A909-91CD7CB26510}"/>
              </a:ext>
            </a:extLst>
          </p:cNvPr>
          <p:cNvSpPr txBox="1"/>
          <p:nvPr/>
        </p:nvSpPr>
        <p:spPr>
          <a:xfrm>
            <a:off x="7128708" y="4349898"/>
            <a:ext cx="4661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Permasalahan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kontinu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Banyak </a:t>
            </a:r>
            <a:r>
              <a:rPr lang="en-US" dirty="0" err="1"/>
              <a:t>tujuan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terhingga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proses </a:t>
            </a:r>
            <a:r>
              <a:rPr lang="en-US" dirty="0" err="1"/>
              <a:t>perancangan</a:t>
            </a:r>
            <a:r>
              <a:rPr lang="en-US" dirty="0"/>
              <a:t> </a:t>
            </a: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didalamnya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didasarkan</a:t>
            </a:r>
            <a:r>
              <a:rPr lang="en-US" dirty="0"/>
              <a:t> pada </a:t>
            </a:r>
            <a:r>
              <a:rPr lang="en-US" dirty="0" err="1"/>
              <a:t>tujuan</a:t>
            </a:r>
            <a:r>
              <a:rPr lang="en-US" dirty="0"/>
              <a:t> dan </a:t>
            </a:r>
            <a:r>
              <a:rPr lang="en-US" dirty="0" err="1"/>
              <a:t>prosedur</a:t>
            </a:r>
            <a:r>
              <a:rPr lang="en-US" dirty="0"/>
              <a:t> </a:t>
            </a:r>
            <a:r>
              <a:rPr lang="en-US" dirty="0" err="1"/>
              <a:t>tertentu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36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47D1-0204-874A-9221-AB20248F6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65685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Klasifikasi</a:t>
            </a:r>
            <a:r>
              <a:rPr lang="en-US" dirty="0"/>
              <a:t> MCDM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D46E34-D0DE-3149-B61B-D4A428E7CA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586937"/>
              </p:ext>
            </p:extLst>
          </p:nvPr>
        </p:nvGraphicFramePr>
        <p:xfrm>
          <a:off x="838200" y="1183341"/>
          <a:ext cx="10675088" cy="4993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239D-0F7B-2844-A009-6F1DD988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2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C9130-3AFD-6452-601E-2FF21E62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C7CDD7-B19E-E07D-09BA-D5D40A081251}"/>
              </a:ext>
            </a:extLst>
          </p:cNvPr>
          <p:cNvSpPr txBox="1">
            <a:spLocks/>
          </p:cNvSpPr>
          <p:nvPr/>
        </p:nvSpPr>
        <p:spPr>
          <a:xfrm>
            <a:off x="533400" y="712787"/>
            <a:ext cx="3876675" cy="6873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</a:t>
            </a:r>
            <a:r>
              <a:rPr lang="en-I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MCDM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AC5810-2F93-2DF1-5CA6-E4EDD2EAE66A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03251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  <a:defRPr sz="2400"/>
            </a:pPr>
            <a:r>
              <a:rPr lang="en-ID" sz="3600" dirty="0"/>
              <a:t>Decision Maker: </a:t>
            </a:r>
            <a:r>
              <a:rPr lang="en-ID" sz="3600" dirty="0" err="1"/>
              <a:t>tentukan</a:t>
            </a:r>
            <a:r>
              <a:rPr lang="en-ID" sz="3600" dirty="0"/>
              <a:t> </a:t>
            </a:r>
            <a:r>
              <a:rPr lang="en-ID" sz="3600" dirty="0" err="1"/>
              <a:t>tujuan</a:t>
            </a:r>
            <a:r>
              <a:rPr lang="en-ID" sz="3600" dirty="0"/>
              <a:t> &amp; </a:t>
            </a:r>
            <a:r>
              <a:rPr lang="en-ID" sz="3600" dirty="0" err="1"/>
              <a:t>preferensi</a:t>
            </a:r>
            <a:endParaRPr lang="en-ID" sz="3600" dirty="0"/>
          </a:p>
          <a:p>
            <a:pPr marL="457200" indent="-457200">
              <a:buFont typeface="+mj-lt"/>
              <a:buAutoNum type="arabicPeriod"/>
              <a:defRPr sz="2400"/>
            </a:pPr>
            <a:r>
              <a:rPr lang="en-ID" sz="3600" dirty="0" err="1"/>
              <a:t>Alternatif</a:t>
            </a:r>
            <a:r>
              <a:rPr lang="en-ID" sz="3600" dirty="0"/>
              <a:t>: </a:t>
            </a:r>
            <a:r>
              <a:rPr lang="en-ID" sz="3600" dirty="0" err="1"/>
              <a:t>opsi</a:t>
            </a:r>
            <a:r>
              <a:rPr lang="en-ID" sz="3600" dirty="0"/>
              <a:t> yang </a:t>
            </a:r>
            <a:r>
              <a:rPr lang="en-ID" sz="3600" dirty="0" err="1"/>
              <a:t>dibandingkan</a:t>
            </a:r>
            <a:endParaRPr lang="en-ID" sz="3600" dirty="0"/>
          </a:p>
          <a:p>
            <a:pPr marL="457200" indent="-457200">
              <a:buFont typeface="+mj-lt"/>
              <a:buAutoNum type="arabicPeriod"/>
              <a:defRPr sz="2400"/>
            </a:pPr>
            <a:r>
              <a:rPr lang="en-ID" sz="3600" dirty="0" err="1"/>
              <a:t>Kriteria</a:t>
            </a:r>
            <a:r>
              <a:rPr lang="en-ID" sz="3600" dirty="0"/>
              <a:t>: parameter </a:t>
            </a:r>
            <a:r>
              <a:rPr lang="en-ID" sz="3600" dirty="0" err="1"/>
              <a:t>penilaian</a:t>
            </a:r>
            <a:r>
              <a:rPr lang="en-ID" sz="3600" dirty="0"/>
              <a:t> (benefit/cost)</a:t>
            </a:r>
          </a:p>
          <a:p>
            <a:pPr marL="457200" indent="-457200">
              <a:buFont typeface="+mj-lt"/>
              <a:buAutoNum type="arabicPeriod"/>
              <a:defRPr sz="2400"/>
            </a:pPr>
            <a:r>
              <a:rPr lang="en-ID" sz="3600" dirty="0" err="1"/>
              <a:t>Bobot</a:t>
            </a:r>
            <a:r>
              <a:rPr lang="en-ID" sz="3600" dirty="0"/>
              <a:t>: </a:t>
            </a:r>
            <a:r>
              <a:rPr lang="en-ID" sz="3600" dirty="0" err="1"/>
              <a:t>tingkat</a:t>
            </a:r>
            <a:r>
              <a:rPr lang="en-ID" sz="3600" dirty="0"/>
              <a:t> </a:t>
            </a:r>
            <a:r>
              <a:rPr lang="en-ID" sz="3600" dirty="0" err="1"/>
              <a:t>kepentingan</a:t>
            </a:r>
            <a:r>
              <a:rPr lang="en-ID" sz="3600" dirty="0"/>
              <a:t> </a:t>
            </a:r>
            <a:r>
              <a:rPr lang="en-ID" sz="3600" dirty="0" err="1"/>
              <a:t>kriteria</a:t>
            </a:r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326939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 — Decision 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3200" b="1" dirty="0" err="1"/>
              <a:t>Pihak</a:t>
            </a:r>
            <a:r>
              <a:rPr sz="3200" b="1" dirty="0"/>
              <a:t> yang </a:t>
            </a:r>
            <a:r>
              <a:rPr sz="3200" b="1" dirty="0" err="1"/>
              <a:t>menentukan</a:t>
            </a:r>
            <a:r>
              <a:rPr sz="3200" b="1" dirty="0"/>
              <a:t> </a:t>
            </a:r>
            <a:r>
              <a:rPr sz="3200" b="1" dirty="0" err="1"/>
              <a:t>tujuan</a:t>
            </a:r>
            <a:r>
              <a:rPr sz="3200" b="1" dirty="0"/>
              <a:t> dan </a:t>
            </a:r>
            <a:r>
              <a:rPr sz="3200" b="1" dirty="0" err="1"/>
              <a:t>preferensi</a:t>
            </a:r>
            <a:r>
              <a:rPr sz="3200" b="1" dirty="0"/>
              <a:t> </a:t>
            </a:r>
            <a:r>
              <a:rPr sz="3200" b="1" dirty="0" err="1"/>
              <a:t>keputusan</a:t>
            </a:r>
            <a:endParaRPr sz="3200" b="1" dirty="0"/>
          </a:p>
          <a:p>
            <a:pPr>
              <a:defRPr sz="2400"/>
            </a:pPr>
            <a:r>
              <a:rPr sz="3200" u="sng" dirty="0" err="1">
                <a:highlight>
                  <a:srgbClr val="FFFF00"/>
                </a:highlight>
              </a:rPr>
              <a:t>Menentukan</a:t>
            </a:r>
            <a:r>
              <a:rPr sz="3200" dirty="0"/>
              <a:t> </a:t>
            </a:r>
            <a:r>
              <a:rPr sz="3200" dirty="0" err="1"/>
              <a:t>kriteria</a:t>
            </a:r>
            <a:r>
              <a:rPr sz="3200" dirty="0"/>
              <a:t> yang </a:t>
            </a:r>
            <a:r>
              <a:rPr sz="3200" dirty="0" err="1"/>
              <a:t>relevan</a:t>
            </a:r>
            <a:endParaRPr sz="3200" dirty="0"/>
          </a:p>
          <a:p>
            <a:pPr>
              <a:defRPr sz="2400"/>
            </a:pPr>
            <a:r>
              <a:rPr sz="3200" u="sng" dirty="0" err="1">
                <a:highlight>
                  <a:srgbClr val="FFFF00"/>
                </a:highlight>
              </a:rPr>
              <a:t>Menentukan</a:t>
            </a:r>
            <a:r>
              <a:rPr sz="3200" dirty="0"/>
              <a:t> </a:t>
            </a:r>
            <a:r>
              <a:rPr sz="3200" dirty="0" err="1"/>
              <a:t>bobot</a:t>
            </a:r>
            <a:r>
              <a:rPr sz="3200" dirty="0"/>
              <a:t> (</a:t>
            </a:r>
            <a:r>
              <a:rPr sz="3200" dirty="0" err="1"/>
              <a:t>prioritas</a:t>
            </a:r>
            <a:r>
              <a:rPr sz="3200" dirty="0"/>
              <a:t>) </a:t>
            </a:r>
            <a:r>
              <a:rPr sz="3200" dirty="0" err="1"/>
              <a:t>antar</a:t>
            </a:r>
            <a:r>
              <a:rPr sz="3200" dirty="0"/>
              <a:t> </a:t>
            </a:r>
            <a:r>
              <a:rPr sz="3200" dirty="0" err="1"/>
              <a:t>kriteria</a:t>
            </a:r>
            <a:endParaRPr sz="3200" dirty="0"/>
          </a:p>
          <a:p>
            <a:pPr>
              <a:defRPr sz="2400"/>
            </a:pPr>
            <a:r>
              <a:rPr sz="3200" u="sng" dirty="0" err="1">
                <a:highlight>
                  <a:srgbClr val="FFFF00"/>
                </a:highlight>
              </a:rPr>
              <a:t>Menilai</a:t>
            </a:r>
            <a:r>
              <a:rPr sz="3200" u="sng" dirty="0">
                <a:highlight>
                  <a:srgbClr val="FFFF00"/>
                </a:highlight>
              </a:rPr>
              <a:t>/</a:t>
            </a:r>
            <a:r>
              <a:rPr sz="3200" u="sng" dirty="0" err="1">
                <a:highlight>
                  <a:srgbClr val="FFFF00"/>
                </a:highlight>
              </a:rPr>
              <a:t>menetapkan</a:t>
            </a:r>
            <a:r>
              <a:rPr sz="3200" u="sng" dirty="0">
                <a:highlight>
                  <a:srgbClr val="FFFF00"/>
                </a:highlight>
              </a:rPr>
              <a:t> </a:t>
            </a:r>
            <a:r>
              <a:rPr sz="3200" dirty="0" err="1"/>
              <a:t>aturan</a:t>
            </a:r>
            <a:r>
              <a:rPr sz="3200" dirty="0"/>
              <a:t> </a:t>
            </a:r>
            <a:r>
              <a:rPr sz="3200" dirty="0" err="1"/>
              <a:t>penilaian</a:t>
            </a:r>
            <a:r>
              <a:rPr sz="3200" dirty="0"/>
              <a:t> </a:t>
            </a:r>
            <a:r>
              <a:rPr sz="3200" dirty="0" err="1"/>
              <a:t>bila</a:t>
            </a:r>
            <a:r>
              <a:rPr sz="3200" dirty="0"/>
              <a:t> </a:t>
            </a:r>
            <a:r>
              <a:rPr sz="3200" dirty="0" err="1"/>
              <a:t>ada</a:t>
            </a:r>
            <a:r>
              <a:rPr sz="3200" dirty="0"/>
              <a:t> </a:t>
            </a:r>
            <a:r>
              <a:rPr sz="3200" dirty="0" err="1"/>
              <a:t>kriteria</a:t>
            </a:r>
            <a:r>
              <a:rPr sz="3200" dirty="0"/>
              <a:t> </a:t>
            </a:r>
            <a:r>
              <a:rPr sz="3200" dirty="0" err="1"/>
              <a:t>kualitatif</a:t>
            </a:r>
            <a:endParaRPr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</a:t>
            </a:r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Alternatif</a:t>
            </a:r>
            <a:endParaRPr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3200" b="1" dirty="0" err="1"/>
              <a:t>Alternatif</a:t>
            </a:r>
            <a:r>
              <a:rPr sz="3200" b="1" dirty="0"/>
              <a:t> = </a:t>
            </a:r>
            <a:r>
              <a:rPr sz="3200" b="1" dirty="0" err="1"/>
              <a:t>pilihan</a:t>
            </a:r>
            <a:r>
              <a:rPr sz="3200" b="1" dirty="0"/>
              <a:t>/</a:t>
            </a:r>
            <a:r>
              <a:rPr sz="3200" b="1" dirty="0" err="1"/>
              <a:t>opsi</a:t>
            </a:r>
            <a:r>
              <a:rPr sz="3200" b="1" dirty="0"/>
              <a:t> </a:t>
            </a:r>
            <a:r>
              <a:rPr sz="3200" b="1" dirty="0" err="1"/>
              <a:t>solusi</a:t>
            </a:r>
            <a:r>
              <a:rPr sz="3200" b="1" dirty="0"/>
              <a:t> yang </a:t>
            </a:r>
            <a:r>
              <a:rPr sz="3200" b="1" dirty="0" err="1"/>
              <a:t>akan</a:t>
            </a:r>
            <a:r>
              <a:rPr sz="3200" b="1" dirty="0"/>
              <a:t> </a:t>
            </a:r>
            <a:r>
              <a:rPr sz="3200" b="1" dirty="0" err="1"/>
              <a:t>dibandingkan</a:t>
            </a:r>
            <a:endParaRPr sz="3200" b="1" dirty="0"/>
          </a:p>
          <a:p>
            <a:pPr>
              <a:defRPr sz="2400"/>
            </a:pPr>
            <a:r>
              <a:rPr sz="3200" dirty="0"/>
              <a:t>Harus </a:t>
            </a:r>
            <a:r>
              <a:rPr sz="3200" dirty="0" err="1"/>
              <a:t>bisa</a:t>
            </a:r>
            <a:r>
              <a:rPr sz="3200" dirty="0"/>
              <a:t> </a:t>
            </a:r>
            <a:r>
              <a:rPr sz="3200" dirty="0" err="1"/>
              <a:t>dibandingkan</a:t>
            </a:r>
            <a:r>
              <a:rPr sz="3200" dirty="0"/>
              <a:t> </a:t>
            </a:r>
            <a:r>
              <a:rPr sz="3200" b="1" dirty="0"/>
              <a:t>pada </a:t>
            </a:r>
            <a:r>
              <a:rPr sz="3200" b="1" dirty="0" err="1"/>
              <a:t>kriteria</a:t>
            </a:r>
            <a:r>
              <a:rPr sz="3200" b="1" dirty="0"/>
              <a:t> yang </a:t>
            </a:r>
            <a:r>
              <a:rPr sz="3200" b="1" dirty="0" err="1"/>
              <a:t>sama</a:t>
            </a:r>
            <a:endParaRPr sz="3200" b="1" dirty="0"/>
          </a:p>
          <a:p>
            <a:pPr>
              <a:defRPr sz="2400"/>
            </a:pPr>
            <a:r>
              <a:rPr sz="3200" dirty="0" err="1"/>
              <a:t>Idealnya</a:t>
            </a:r>
            <a:r>
              <a:rPr sz="3200" dirty="0"/>
              <a:t> </a:t>
            </a:r>
            <a:r>
              <a:rPr sz="3200" dirty="0" err="1"/>
              <a:t>saling</a:t>
            </a:r>
            <a:r>
              <a:rPr sz="3200" dirty="0"/>
              <a:t> </a:t>
            </a:r>
            <a:r>
              <a:rPr sz="3200" dirty="0" err="1"/>
              <a:t>eksklusif</a:t>
            </a:r>
            <a:r>
              <a:rPr sz="3200" dirty="0"/>
              <a:t> (</a:t>
            </a:r>
            <a:r>
              <a:rPr sz="3200" dirty="0" err="1"/>
              <a:t>memilih</a:t>
            </a:r>
            <a:r>
              <a:rPr sz="3200" dirty="0"/>
              <a:t> </a:t>
            </a:r>
            <a:r>
              <a:rPr sz="3200" dirty="0" err="1"/>
              <a:t>satu</a:t>
            </a:r>
            <a:r>
              <a:rPr sz="3200" dirty="0"/>
              <a:t> </a:t>
            </a:r>
            <a:r>
              <a:rPr sz="3200" dirty="0" err="1"/>
              <a:t>terbaik</a:t>
            </a:r>
            <a:r>
              <a:rPr sz="3200" dirty="0"/>
              <a:t>)</a:t>
            </a:r>
          </a:p>
          <a:p>
            <a:pPr>
              <a:defRPr sz="2400"/>
            </a:pPr>
            <a:r>
              <a:rPr sz="3200" dirty="0" err="1"/>
              <a:t>Direpresentasikan</a:t>
            </a:r>
            <a:r>
              <a:rPr sz="3200" dirty="0"/>
              <a:t> </a:t>
            </a:r>
            <a:r>
              <a:rPr sz="3200" dirty="0" err="1"/>
              <a:t>dalam</a:t>
            </a:r>
            <a:r>
              <a:rPr sz="3200" dirty="0"/>
              <a:t> </a:t>
            </a:r>
            <a:r>
              <a:rPr sz="3200" dirty="0" err="1"/>
              <a:t>matriks</a:t>
            </a:r>
            <a:r>
              <a:rPr sz="3200" dirty="0"/>
              <a:t> </a:t>
            </a:r>
            <a:r>
              <a:rPr sz="3200" dirty="0" err="1"/>
              <a:t>keputusan</a:t>
            </a:r>
            <a:endParaRPr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</a:t>
            </a:r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Kriteria</a:t>
            </a:r>
            <a:endParaRPr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400"/>
            </a:pPr>
            <a:r>
              <a:rPr sz="3200" b="1" dirty="0" err="1"/>
              <a:t>Kriteria</a:t>
            </a:r>
            <a:r>
              <a:rPr sz="3200" b="1" dirty="0"/>
              <a:t> = parameter </a:t>
            </a:r>
            <a:r>
              <a:rPr sz="3200" b="1" dirty="0" err="1"/>
              <a:t>untuk</a:t>
            </a:r>
            <a:r>
              <a:rPr sz="3200" b="1" dirty="0"/>
              <a:t> </a:t>
            </a:r>
            <a:r>
              <a:rPr sz="3200" b="1" dirty="0" err="1"/>
              <a:t>menilai</a:t>
            </a:r>
            <a:r>
              <a:rPr sz="3200" b="1" dirty="0"/>
              <a:t> </a:t>
            </a:r>
            <a:r>
              <a:rPr sz="3200" b="1" dirty="0" err="1"/>
              <a:t>alternatif</a:t>
            </a:r>
            <a:endParaRPr sz="3200" b="1" dirty="0"/>
          </a:p>
          <a:p>
            <a:pPr>
              <a:defRPr sz="2400"/>
            </a:pPr>
            <a:r>
              <a:rPr sz="3200" dirty="0"/>
              <a:t>Jenis </a:t>
            </a:r>
            <a:r>
              <a:rPr sz="3200" dirty="0" err="1"/>
              <a:t>kriteria</a:t>
            </a:r>
            <a:endParaRPr sz="3200" dirty="0"/>
          </a:p>
          <a:p>
            <a:pPr lvl="1">
              <a:defRPr sz="2000"/>
            </a:pPr>
            <a:r>
              <a:rPr sz="3200" b="1" dirty="0"/>
              <a:t>Benefit</a:t>
            </a:r>
            <a:r>
              <a:rPr sz="3200" dirty="0"/>
              <a:t>: </a:t>
            </a:r>
            <a:r>
              <a:rPr sz="3200" dirty="0" err="1"/>
              <a:t>semakin</a:t>
            </a:r>
            <a:r>
              <a:rPr sz="3200" dirty="0"/>
              <a:t> </a:t>
            </a:r>
            <a:r>
              <a:rPr sz="3200" dirty="0" err="1"/>
              <a:t>besar</a:t>
            </a:r>
            <a:r>
              <a:rPr sz="3200" dirty="0"/>
              <a:t> </a:t>
            </a:r>
            <a:r>
              <a:rPr sz="3200" dirty="0" err="1"/>
              <a:t>semakin</a:t>
            </a:r>
            <a:r>
              <a:rPr sz="3200" dirty="0"/>
              <a:t> </a:t>
            </a:r>
            <a:r>
              <a:rPr sz="3200" dirty="0" err="1"/>
              <a:t>baik</a:t>
            </a:r>
            <a:endParaRPr sz="3200" dirty="0"/>
          </a:p>
          <a:p>
            <a:pPr lvl="1">
              <a:defRPr sz="2000"/>
            </a:pPr>
            <a:r>
              <a:rPr sz="3200" b="1" dirty="0"/>
              <a:t>Cost</a:t>
            </a:r>
            <a:r>
              <a:rPr sz="3200" dirty="0"/>
              <a:t>: </a:t>
            </a:r>
            <a:r>
              <a:rPr sz="3200" dirty="0" err="1"/>
              <a:t>semakin</a:t>
            </a:r>
            <a:r>
              <a:rPr sz="3200" dirty="0"/>
              <a:t> </a:t>
            </a:r>
            <a:r>
              <a:rPr sz="3200" dirty="0" err="1"/>
              <a:t>kecil</a:t>
            </a:r>
            <a:r>
              <a:rPr sz="3200" dirty="0"/>
              <a:t> </a:t>
            </a:r>
            <a:r>
              <a:rPr sz="3200" dirty="0" err="1"/>
              <a:t>semakin</a:t>
            </a:r>
            <a:r>
              <a:rPr sz="3200" dirty="0"/>
              <a:t> </a:t>
            </a:r>
            <a:r>
              <a:rPr sz="3200" dirty="0" err="1"/>
              <a:t>baik</a:t>
            </a:r>
            <a:endParaRPr sz="3200" dirty="0"/>
          </a:p>
          <a:p>
            <a:pPr>
              <a:defRPr sz="2400"/>
            </a:pPr>
            <a:r>
              <a:rPr sz="3200" dirty="0" err="1"/>
              <a:t>Bentuk</a:t>
            </a:r>
            <a:r>
              <a:rPr sz="3200" dirty="0"/>
              <a:t> </a:t>
            </a:r>
            <a:r>
              <a:rPr sz="3200" dirty="0" err="1"/>
              <a:t>kriteria</a:t>
            </a:r>
            <a:endParaRPr sz="3200" dirty="0"/>
          </a:p>
          <a:p>
            <a:pPr lvl="1">
              <a:defRPr sz="2000"/>
            </a:pPr>
            <a:r>
              <a:rPr sz="3200" dirty="0" err="1"/>
              <a:t>Kuantitatif</a:t>
            </a:r>
            <a:r>
              <a:rPr sz="3200" dirty="0"/>
              <a:t> (</a:t>
            </a:r>
            <a:r>
              <a:rPr sz="3200" dirty="0" err="1"/>
              <a:t>angka</a:t>
            </a:r>
            <a:r>
              <a:rPr sz="3200" dirty="0"/>
              <a:t>): </a:t>
            </a:r>
            <a:r>
              <a:rPr sz="3200" dirty="0" err="1"/>
              <a:t>harga</a:t>
            </a:r>
            <a:r>
              <a:rPr sz="3200" dirty="0"/>
              <a:t>, IPK, </a:t>
            </a:r>
            <a:r>
              <a:rPr sz="3200" dirty="0" err="1"/>
              <a:t>waktu</a:t>
            </a:r>
            <a:endParaRPr sz="3200" dirty="0"/>
          </a:p>
          <a:p>
            <a:pPr lvl="1">
              <a:defRPr sz="2000"/>
            </a:pPr>
            <a:r>
              <a:rPr sz="3200" dirty="0" err="1"/>
              <a:t>Kualitatif</a:t>
            </a:r>
            <a:r>
              <a:rPr sz="3200" dirty="0"/>
              <a:t> (</a:t>
            </a:r>
            <a:r>
              <a:rPr sz="3200" dirty="0" err="1"/>
              <a:t>kategori</a:t>
            </a:r>
            <a:r>
              <a:rPr sz="3200" dirty="0"/>
              <a:t>): </a:t>
            </a:r>
            <a:r>
              <a:rPr sz="3200" dirty="0" err="1"/>
              <a:t>layanan</a:t>
            </a:r>
            <a:r>
              <a:rPr sz="3200" dirty="0"/>
              <a:t>, </a:t>
            </a:r>
            <a:r>
              <a:rPr sz="3200" dirty="0" err="1"/>
              <a:t>sikap</a:t>
            </a:r>
            <a:r>
              <a:rPr sz="3200" dirty="0"/>
              <a:t>, </a:t>
            </a:r>
            <a:r>
              <a:rPr sz="3200" dirty="0" err="1"/>
              <a:t>reputasi</a:t>
            </a:r>
            <a:endParaRPr sz="3200" dirty="0"/>
          </a:p>
          <a:p>
            <a:pPr>
              <a:defRPr sz="2400"/>
            </a:pPr>
            <a:r>
              <a:rPr sz="3200" dirty="0" err="1"/>
              <a:t>Prinsip</a:t>
            </a:r>
            <a:r>
              <a:rPr sz="3200" dirty="0"/>
              <a:t> </a:t>
            </a:r>
            <a:r>
              <a:rPr sz="3200" dirty="0" err="1"/>
              <a:t>memilih</a:t>
            </a:r>
            <a:r>
              <a:rPr sz="3200" dirty="0"/>
              <a:t> </a:t>
            </a:r>
            <a:r>
              <a:rPr sz="3200" dirty="0" err="1"/>
              <a:t>kriteria</a:t>
            </a:r>
            <a:endParaRPr sz="3200" dirty="0"/>
          </a:p>
          <a:p>
            <a:pPr lvl="1">
              <a:defRPr sz="2000"/>
            </a:pPr>
            <a:r>
              <a:rPr sz="3200" dirty="0" err="1"/>
              <a:t>Relevan</a:t>
            </a:r>
            <a:r>
              <a:rPr sz="3200" dirty="0"/>
              <a:t>, </a:t>
            </a:r>
            <a:r>
              <a:rPr sz="3200" dirty="0" err="1"/>
              <a:t>tidak</a:t>
            </a:r>
            <a:r>
              <a:rPr sz="3200" dirty="0"/>
              <a:t> </a:t>
            </a:r>
            <a:r>
              <a:rPr sz="3200" dirty="0" err="1"/>
              <a:t>redundan</a:t>
            </a:r>
            <a:r>
              <a:rPr sz="3200" dirty="0"/>
              <a:t>, </a:t>
            </a:r>
            <a:r>
              <a:rPr sz="3200" dirty="0" err="1"/>
              <a:t>bisa</a:t>
            </a:r>
            <a:r>
              <a:rPr sz="3200" dirty="0"/>
              <a:t> </a:t>
            </a:r>
            <a:r>
              <a:rPr sz="3200" dirty="0" err="1"/>
              <a:t>diukur</a:t>
            </a:r>
            <a:r>
              <a:rPr sz="3200" dirty="0"/>
              <a:t>/</a:t>
            </a:r>
            <a:r>
              <a:rPr sz="3200" dirty="0" err="1"/>
              <a:t>ditaksir</a:t>
            </a:r>
            <a:endParaRPr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— </a:t>
            </a:r>
            <a:r>
              <a:rPr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Bobot</a:t>
            </a:r>
            <a:endParaRPr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400"/>
            </a:pPr>
            <a:r>
              <a:rPr sz="3200" b="1" dirty="0" err="1"/>
              <a:t>Bobot</a:t>
            </a:r>
            <a:r>
              <a:rPr sz="3200" b="1" dirty="0"/>
              <a:t> = </a:t>
            </a:r>
            <a:r>
              <a:rPr sz="3200" b="1" dirty="0" err="1"/>
              <a:t>tingkat</a:t>
            </a:r>
            <a:r>
              <a:rPr sz="3200" b="1" dirty="0"/>
              <a:t> </a:t>
            </a:r>
            <a:r>
              <a:rPr sz="3200" b="1" dirty="0" err="1"/>
              <a:t>kepentingan</a:t>
            </a:r>
            <a:r>
              <a:rPr sz="3200" b="1" dirty="0"/>
              <a:t> </a:t>
            </a:r>
            <a:r>
              <a:rPr sz="3200" b="1" dirty="0" err="1"/>
              <a:t>suatu</a:t>
            </a:r>
            <a:r>
              <a:rPr sz="3200" b="1" dirty="0"/>
              <a:t> </a:t>
            </a:r>
            <a:r>
              <a:rPr sz="3200" b="1" dirty="0" err="1"/>
              <a:t>kriteria</a:t>
            </a:r>
            <a:endParaRPr sz="3200" b="1" dirty="0"/>
          </a:p>
          <a:p>
            <a:pPr>
              <a:defRPr sz="2400"/>
            </a:pPr>
            <a:r>
              <a:rPr sz="3200" dirty="0" err="1"/>
              <a:t>Bobot</a:t>
            </a:r>
            <a:r>
              <a:rPr sz="3200" dirty="0"/>
              <a:t> </a:t>
            </a:r>
            <a:r>
              <a:rPr sz="3200" dirty="0" err="1"/>
              <a:t>mempengaruhi</a:t>
            </a:r>
            <a:r>
              <a:rPr sz="3200" dirty="0"/>
              <a:t> </a:t>
            </a:r>
            <a:r>
              <a:rPr sz="3200" dirty="0" err="1"/>
              <a:t>hasil</a:t>
            </a:r>
            <a:r>
              <a:rPr sz="3200" dirty="0"/>
              <a:t> ranking </a:t>
            </a:r>
            <a:r>
              <a:rPr sz="3200" dirty="0" err="1"/>
              <a:t>secara</a:t>
            </a:r>
            <a:r>
              <a:rPr sz="3200" dirty="0"/>
              <a:t> </a:t>
            </a:r>
            <a:r>
              <a:rPr sz="3200" dirty="0" err="1"/>
              <a:t>langsung</a:t>
            </a:r>
            <a:endParaRPr sz="3200" dirty="0"/>
          </a:p>
          <a:p>
            <a:pPr>
              <a:defRPr sz="2400"/>
            </a:pPr>
            <a:r>
              <a:rPr sz="3200" dirty="0"/>
              <a:t>Jenis </a:t>
            </a:r>
            <a:r>
              <a:rPr sz="3200" dirty="0" err="1"/>
              <a:t>bobot</a:t>
            </a:r>
            <a:endParaRPr sz="3200" dirty="0"/>
          </a:p>
          <a:p>
            <a:pPr lvl="1">
              <a:defRPr sz="2000"/>
            </a:pPr>
            <a:r>
              <a:rPr sz="3200" dirty="0" err="1">
                <a:highlight>
                  <a:srgbClr val="FFFF00"/>
                </a:highlight>
              </a:rPr>
              <a:t>Subjektif</a:t>
            </a:r>
            <a:r>
              <a:rPr sz="3200" dirty="0"/>
              <a:t>: </a:t>
            </a:r>
            <a:r>
              <a:rPr sz="3200" dirty="0" err="1"/>
              <a:t>berdasarkan</a:t>
            </a:r>
            <a:r>
              <a:rPr sz="3200" dirty="0"/>
              <a:t> </a:t>
            </a:r>
            <a:r>
              <a:rPr sz="3200" dirty="0" err="1"/>
              <a:t>preferensi</a:t>
            </a:r>
            <a:r>
              <a:rPr sz="3200" dirty="0"/>
              <a:t> DM</a:t>
            </a:r>
          </a:p>
          <a:p>
            <a:pPr lvl="1">
              <a:defRPr sz="2000"/>
            </a:pPr>
            <a:r>
              <a:rPr sz="3200" dirty="0" err="1">
                <a:highlight>
                  <a:srgbClr val="FFFF00"/>
                </a:highlight>
              </a:rPr>
              <a:t>Objektif</a:t>
            </a:r>
            <a:r>
              <a:rPr sz="3200" dirty="0"/>
              <a:t>: </a:t>
            </a:r>
            <a:r>
              <a:rPr sz="3200" dirty="0" err="1"/>
              <a:t>berdasarkan</a:t>
            </a:r>
            <a:r>
              <a:rPr sz="3200" dirty="0"/>
              <a:t> </a:t>
            </a:r>
            <a:r>
              <a:rPr sz="3200" dirty="0" err="1"/>
              <a:t>karakteristik</a:t>
            </a:r>
            <a:r>
              <a:rPr sz="3200" dirty="0"/>
              <a:t> data</a:t>
            </a:r>
          </a:p>
          <a:p>
            <a:pPr>
              <a:defRPr sz="2400"/>
            </a:pPr>
            <a:r>
              <a:rPr sz="3200" dirty="0"/>
              <a:t>Uji </a:t>
            </a:r>
            <a:r>
              <a:rPr sz="3200" dirty="0" err="1"/>
              <a:t>sensitivitas</a:t>
            </a:r>
            <a:r>
              <a:rPr sz="3200" dirty="0"/>
              <a:t>: </a:t>
            </a:r>
            <a:r>
              <a:rPr sz="3200" dirty="0" err="1"/>
              <a:t>jika</a:t>
            </a:r>
            <a:r>
              <a:rPr sz="3200" dirty="0"/>
              <a:t> </a:t>
            </a:r>
            <a:r>
              <a:rPr sz="3200" dirty="0" err="1"/>
              <a:t>bobot</a:t>
            </a:r>
            <a:r>
              <a:rPr sz="3200" dirty="0"/>
              <a:t> </a:t>
            </a:r>
            <a:r>
              <a:rPr sz="3200" dirty="0" err="1"/>
              <a:t>berubah</a:t>
            </a:r>
            <a:r>
              <a:rPr sz="3200" dirty="0"/>
              <a:t>, ranking </a:t>
            </a:r>
            <a:r>
              <a:rPr sz="3200" dirty="0" err="1"/>
              <a:t>bisa</a:t>
            </a:r>
            <a:r>
              <a:rPr sz="3200" dirty="0"/>
              <a:t> </a:t>
            </a:r>
            <a:r>
              <a:rPr sz="3200" dirty="0" err="1"/>
              <a:t>berubah</a:t>
            </a:r>
            <a:endParaRPr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A199-148A-6F4E-94D7-EFF1A7FB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60000" cy="691318"/>
          </a:xfrm>
        </p:spPr>
        <p:txBody>
          <a:bodyPr>
            <a:noAutofit/>
          </a:bodyPr>
          <a:lstStyle/>
          <a:p>
            <a:r>
              <a:rPr lang="en-US" sz="3500" dirty="0"/>
              <a:t>Langkah </a:t>
            </a:r>
            <a:r>
              <a:rPr lang="en-US" sz="3500" dirty="0" err="1"/>
              <a:t>Pengambilan</a:t>
            </a:r>
            <a:r>
              <a:rPr lang="en-US" sz="3500" dirty="0"/>
              <a:t> Keputusan Pada MADM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4A8A92-90A2-B14F-88F5-71690D35D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237519"/>
              </p:ext>
            </p:extLst>
          </p:nvPr>
        </p:nvGraphicFramePr>
        <p:xfrm>
          <a:off x="838200" y="1216241"/>
          <a:ext cx="10515600" cy="496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6405D-6F48-3848-A515-0AFAF8D7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03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Matriks</a:t>
            </a:r>
            <a:r>
              <a:rPr b="1" dirty="0"/>
              <a:t> Keputusan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Baris = alternatif (A1, A2, A3, ...)</a:t>
            </a:r>
          </a:p>
          <a:p>
            <a:pPr>
              <a:defRPr sz="2400"/>
            </a:pPr>
            <a:r>
              <a:t>Kolom = kriteria (C1, C2, C3, ...)</a:t>
            </a:r>
          </a:p>
          <a:p>
            <a:pPr>
              <a:defRPr sz="2400"/>
            </a:pPr>
            <a:r>
              <a:t>Isi sel = nilai alternatif terhadap kriteria</a:t>
            </a:r>
          </a:p>
          <a:p>
            <a:pPr>
              <a:defRPr sz="2400"/>
            </a:pPr>
            <a:r>
              <a:t>Nanti nilai bisa dinormalisasi &amp; dikalikan bobot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76A82-F87A-3C41-B547-D98EC28B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60000" cy="593663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Matriks</a:t>
            </a:r>
            <a:r>
              <a:rPr lang="en-US" b="1" dirty="0"/>
              <a:t> Keputusan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E3DF101-7AB0-0D49-9D6E-67F42953A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612343"/>
              </p:ext>
            </p:extLst>
          </p:nvPr>
        </p:nvGraphicFramePr>
        <p:xfrm>
          <a:off x="838200" y="1390619"/>
          <a:ext cx="105156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3828283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93599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560150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598167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75829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C</a:t>
                      </a:r>
                      <a:r>
                        <a:rPr lang="en-US" baseline="-25000" dirty="0"/>
                        <a:t>n</a:t>
                      </a:r>
                      <a:endParaRPr lang="en-US" baseline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3886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Alternatif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(w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err="1"/>
                        <a:t>w</a:t>
                      </a:r>
                      <a:r>
                        <a:rPr lang="en-US" baseline="-25000" dirty="0" err="1"/>
                        <a:t>n</a:t>
                      </a:r>
                      <a:r>
                        <a:rPr lang="en-US" baseline="0" dirty="0"/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712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11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11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1n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2705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21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22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r>
                        <a:rPr lang="en-US" baseline="-25000" dirty="0"/>
                        <a:t>2n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690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70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232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026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m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m1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r>
                        <a:rPr lang="en-US" baseline="-25000" dirty="0"/>
                        <a:t>m2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</a:t>
                      </a:r>
                      <a:r>
                        <a:rPr lang="en-US" baseline="-25000" dirty="0" err="1"/>
                        <a:t>mn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42325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091C-3E63-1646-96B9-0728F4ED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3977B-6566-554D-B7B5-3A8D593A8BF6}"/>
              </a:ext>
            </a:extLst>
          </p:cNvPr>
          <p:cNvSpPr txBox="1"/>
          <p:nvPr/>
        </p:nvSpPr>
        <p:spPr>
          <a:xfrm>
            <a:off x="838200" y="4789170"/>
            <a:ext cx="52014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endParaRPr lang="en-US" sz="2400" dirty="0"/>
          </a:p>
          <a:p>
            <a:r>
              <a:rPr lang="en-US" sz="2400" dirty="0"/>
              <a:t>A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</a:t>
            </a:r>
            <a:r>
              <a:rPr lang="en-US" sz="2400" dirty="0" err="1"/>
              <a:t>Alternatif</a:t>
            </a:r>
            <a:endParaRPr lang="en-US" sz="2400" dirty="0"/>
          </a:p>
          <a:p>
            <a:r>
              <a:rPr lang="en-US" sz="2400" dirty="0"/>
              <a:t>r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Nilai </a:t>
            </a:r>
            <a:r>
              <a:rPr lang="en-US" sz="2400" dirty="0" err="1"/>
              <a:t>alternatif</a:t>
            </a:r>
            <a:r>
              <a:rPr lang="en-US" sz="2400" dirty="0"/>
              <a:t> </a:t>
            </a:r>
            <a:r>
              <a:rPr lang="en-US" sz="2400" dirty="0" err="1"/>
              <a:t>ke-i</a:t>
            </a:r>
            <a:r>
              <a:rPr lang="en-US" sz="2400" dirty="0"/>
              <a:t> pada </a:t>
            </a:r>
            <a:r>
              <a:rPr lang="en-US" sz="2400" dirty="0" err="1"/>
              <a:t>kriteria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-j</a:t>
            </a:r>
          </a:p>
        </p:txBody>
      </p:sp>
    </p:spTree>
    <p:extLst>
      <p:ext uri="{BB962C8B-B14F-4D97-AF65-F5344CB8AC3E}">
        <p14:creationId xmlns:p14="http://schemas.microsoft.com/office/powerpoint/2010/main" val="1282567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3DEB-27C1-9E47-BAE6-724DB274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60000" cy="6380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Teknik</a:t>
            </a:r>
            <a:r>
              <a:rPr lang="en-US" b="1" dirty="0"/>
              <a:t> </a:t>
            </a:r>
            <a:r>
              <a:rPr lang="en-US" b="1" dirty="0" err="1"/>
              <a:t>Normalisasi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45A8-98D8-2448-AC2C-224D33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1041141"/>
            <a:ext cx="9969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Normalisasi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proses </a:t>
            </a:r>
            <a:r>
              <a:rPr lang="en-US" sz="2000" dirty="0" err="1"/>
              <a:t>mengubah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data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skala</a:t>
            </a:r>
            <a:r>
              <a:rPr lang="en-US" sz="2000" dirty="0"/>
              <a:t> yang </a:t>
            </a:r>
            <a:r>
              <a:rPr lang="en-US" sz="2000" dirty="0" err="1"/>
              <a:t>seragam</a:t>
            </a:r>
            <a:r>
              <a:rPr lang="en-US" sz="2000" dirty="0"/>
              <a:t>, </a:t>
            </a:r>
            <a:r>
              <a:rPr lang="en-US" sz="2000" dirty="0" err="1"/>
              <a:t>sehingga</a:t>
            </a:r>
            <a:r>
              <a:rPr lang="en-US" sz="2000" dirty="0"/>
              <a:t> </a:t>
            </a:r>
            <a:r>
              <a:rPr lang="en-US" sz="2000" dirty="0" err="1"/>
              <a:t>mempermudah</a:t>
            </a:r>
            <a:r>
              <a:rPr lang="en-US" sz="2000" dirty="0"/>
              <a:t> </a:t>
            </a:r>
            <a:r>
              <a:rPr lang="en-US" sz="2000" dirty="0" err="1"/>
              <a:t>perbandingan</a:t>
            </a:r>
            <a:r>
              <a:rPr lang="en-US" sz="2000" dirty="0"/>
              <a:t> </a:t>
            </a:r>
            <a:r>
              <a:rPr lang="en-US" sz="2000" dirty="0" err="1"/>
              <a:t>antar</a:t>
            </a:r>
            <a:r>
              <a:rPr lang="en-US" sz="2000" dirty="0"/>
              <a:t> </a:t>
            </a:r>
            <a:r>
              <a:rPr lang="en-US" sz="2000" dirty="0" err="1"/>
              <a:t>kriteria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pengambilan</a:t>
            </a:r>
            <a:r>
              <a:rPr lang="en-US" sz="2000" dirty="0"/>
              <a:t> </a:t>
            </a:r>
            <a:r>
              <a:rPr lang="en-US" sz="2000" dirty="0" err="1"/>
              <a:t>keputusan</a:t>
            </a:r>
            <a:r>
              <a:rPr lang="en-US" sz="20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0039" y="1820116"/>
            <a:ext cx="1038943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/>
              <a:t>Tujuan</a:t>
            </a:r>
            <a:r>
              <a:rPr lang="en-US" sz="2000" b="1" dirty="0"/>
              <a:t> </a:t>
            </a:r>
            <a:r>
              <a:rPr lang="en-US" sz="2000" b="1" dirty="0" err="1"/>
              <a:t>utama</a:t>
            </a:r>
            <a:r>
              <a:rPr lang="en-US" sz="2000" b="1" dirty="0"/>
              <a:t> </a:t>
            </a:r>
            <a:r>
              <a:rPr lang="en-US" sz="2000" b="1" dirty="0" err="1"/>
              <a:t>normalisasi</a:t>
            </a:r>
            <a:r>
              <a:rPr lang="en-US" sz="2000" b="1" dirty="0"/>
              <a:t> </a:t>
            </a:r>
            <a:r>
              <a:rPr lang="en-US" sz="2000" b="1" dirty="0" err="1"/>
              <a:t>dalam</a:t>
            </a:r>
            <a:r>
              <a:rPr lang="en-US" sz="2000" b="1" dirty="0"/>
              <a:t> SPK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 err="1"/>
              <a:t>Menyamakan</a:t>
            </a:r>
            <a:r>
              <a:rPr lang="en-US" sz="2000" b="1" dirty="0"/>
              <a:t> </a:t>
            </a:r>
            <a:r>
              <a:rPr lang="en-US" sz="2000" b="1" dirty="0" err="1"/>
              <a:t>Skala</a:t>
            </a:r>
            <a:r>
              <a:rPr lang="en-US" sz="2000" b="1" dirty="0"/>
              <a:t> Data</a:t>
            </a:r>
            <a:endParaRPr lang="en-US" sz="2000" dirty="0"/>
          </a:p>
          <a:p>
            <a:pPr lvl="1"/>
            <a:r>
              <a:rPr lang="en-US" sz="2000" dirty="0" err="1"/>
              <a:t>Normalisasi</a:t>
            </a:r>
            <a:r>
              <a:rPr lang="en-US" sz="2000" dirty="0"/>
              <a:t> </a:t>
            </a:r>
            <a:r>
              <a:rPr lang="en-US" sz="2000" dirty="0" err="1"/>
              <a:t>menyelaraskan</a:t>
            </a:r>
            <a:r>
              <a:rPr lang="en-US" sz="2000" dirty="0"/>
              <a:t>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nilai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rentang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r>
              <a:rPr lang="en-US" sz="2000" dirty="0"/>
              <a:t>, </a:t>
            </a:r>
            <a:r>
              <a:rPr lang="en-US" sz="2000" dirty="0" err="1"/>
              <a:t>seperti</a:t>
            </a:r>
            <a:r>
              <a:rPr lang="en-US" sz="2000" dirty="0"/>
              <a:t> [0,1] </a:t>
            </a:r>
            <a:r>
              <a:rPr lang="en-US" sz="2000" dirty="0" err="1"/>
              <a:t>atau</a:t>
            </a:r>
            <a:r>
              <a:rPr lang="en-US" sz="2000" dirty="0"/>
              <a:t> [-1,1].</a:t>
            </a:r>
            <a:r>
              <a:rPr lang="id-ID" sz="2000" dirty="0"/>
              <a:t> Menghilangkan satuan bawaan tiap kriteria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err="1"/>
              <a:t>Menghilangkan</a:t>
            </a:r>
            <a:r>
              <a:rPr lang="en-US" sz="2000" b="1" dirty="0"/>
              <a:t> Bias </a:t>
            </a:r>
            <a:r>
              <a:rPr lang="en-US" sz="2000" b="1" dirty="0" err="1"/>
              <a:t>dalam</a:t>
            </a:r>
            <a:r>
              <a:rPr lang="en-US" sz="2000" b="1" dirty="0"/>
              <a:t> </a:t>
            </a:r>
            <a:r>
              <a:rPr lang="en-US" sz="2000" b="1" dirty="0" err="1"/>
              <a:t>Perbandingan</a:t>
            </a:r>
            <a:r>
              <a:rPr lang="en-US" sz="2000" b="1" dirty="0"/>
              <a:t> </a:t>
            </a:r>
            <a:r>
              <a:rPr lang="en-US" sz="2000" b="1" dirty="0" err="1"/>
              <a:t>Kriteria</a:t>
            </a:r>
            <a:endParaRPr lang="en-US" sz="2000" dirty="0"/>
          </a:p>
          <a:p>
            <a:pPr lvl="1"/>
            <a:r>
              <a:rPr lang="en-US" sz="2000" dirty="0" err="1"/>
              <a:t>Normalisasi</a:t>
            </a:r>
            <a:r>
              <a:rPr lang="en-US" sz="2000" dirty="0"/>
              <a:t> </a:t>
            </a:r>
            <a:r>
              <a:rPr lang="en-US" sz="2000" dirty="0" err="1"/>
              <a:t>memastikan</a:t>
            </a:r>
            <a:r>
              <a:rPr lang="en-US" sz="2000" dirty="0"/>
              <a:t> </a:t>
            </a:r>
            <a:r>
              <a:rPr lang="en-US" sz="2000" dirty="0" err="1"/>
              <a:t>semua</a:t>
            </a:r>
            <a:r>
              <a:rPr lang="en-US" sz="2000" dirty="0"/>
              <a:t> </a:t>
            </a:r>
            <a:r>
              <a:rPr lang="en-US" sz="2000" dirty="0" err="1"/>
              <a:t>kriteria</a:t>
            </a:r>
            <a:r>
              <a:rPr lang="en-US" sz="2000" dirty="0"/>
              <a:t> </a:t>
            </a:r>
            <a:r>
              <a:rPr lang="en-US" sz="2000" dirty="0" err="1"/>
              <a:t>diperlakukan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proporsional</a:t>
            </a:r>
            <a:r>
              <a:rPr lang="en-US" sz="2000" dirty="0"/>
              <a:t> </a:t>
            </a:r>
            <a:r>
              <a:rPr lang="en-US" sz="2000" dirty="0" err="1"/>
              <a:t>sesuai</a:t>
            </a:r>
            <a:r>
              <a:rPr lang="en-US" sz="2000" dirty="0"/>
              <a:t> </a:t>
            </a:r>
            <a:r>
              <a:rPr lang="en-US" sz="2000" dirty="0" err="1"/>
              <a:t>bobotnya</a:t>
            </a:r>
            <a:r>
              <a:rPr lang="id-ID" sz="2000" dirty="0">
                <a:sym typeface="Wingdings" panose="05000000000000000000" pitchFamily="2" charset="2"/>
              </a:rPr>
              <a:t>tidak ada nilai dominan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err="1"/>
              <a:t>Mempermudah</a:t>
            </a:r>
            <a:r>
              <a:rPr lang="en-US" sz="2000" b="1" dirty="0"/>
              <a:t> </a:t>
            </a:r>
            <a:r>
              <a:rPr lang="en-US" sz="2000" b="1" dirty="0" err="1"/>
              <a:t>Perhitungan</a:t>
            </a:r>
            <a:r>
              <a:rPr lang="en-US" sz="2000" b="1" dirty="0"/>
              <a:t> </a:t>
            </a:r>
            <a:r>
              <a:rPr lang="en-US" sz="2000" b="1" dirty="0" err="1"/>
              <a:t>dan</a:t>
            </a:r>
            <a:r>
              <a:rPr lang="en-US" sz="2000" b="1" dirty="0"/>
              <a:t> </a:t>
            </a:r>
            <a:r>
              <a:rPr lang="en-US" sz="2000" b="1" dirty="0" err="1"/>
              <a:t>Peringkat</a:t>
            </a:r>
            <a:r>
              <a:rPr lang="en-US" sz="2000" b="1" dirty="0"/>
              <a:t> </a:t>
            </a:r>
            <a:r>
              <a:rPr lang="en-US" sz="2000" b="1" dirty="0" err="1"/>
              <a:t>Alternatif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 err="1"/>
              <a:t>Meningkatkan</a:t>
            </a:r>
            <a:r>
              <a:rPr lang="en-US" sz="2000" b="1" dirty="0"/>
              <a:t> </a:t>
            </a:r>
            <a:r>
              <a:rPr lang="en-US" sz="2000" b="1" dirty="0" err="1"/>
              <a:t>Akurasi</a:t>
            </a:r>
            <a:r>
              <a:rPr lang="en-US" sz="2000" b="1" dirty="0"/>
              <a:t> </a:t>
            </a:r>
            <a:r>
              <a:rPr lang="en-US" sz="2000" b="1" dirty="0" err="1"/>
              <a:t>Pengambilan</a:t>
            </a:r>
            <a:r>
              <a:rPr lang="en-US" sz="2000" b="1" dirty="0"/>
              <a:t> </a:t>
            </a:r>
            <a:r>
              <a:rPr lang="en-US" sz="2000" b="1" dirty="0" err="1"/>
              <a:t>Keputusan</a:t>
            </a:r>
            <a:endParaRPr lang="en-US" sz="2000" b="1" dirty="0"/>
          </a:p>
          <a:p>
            <a:pPr lvl="1"/>
            <a:r>
              <a:rPr lang="id-ID" sz="2000" dirty="0"/>
              <a:t>Dapat m</a:t>
            </a:r>
            <a:r>
              <a:rPr lang="en-US" sz="2000" dirty="0" err="1"/>
              <a:t>enghindari</a:t>
            </a:r>
            <a:r>
              <a:rPr lang="en-US" sz="2000" dirty="0"/>
              <a:t> </a:t>
            </a:r>
            <a:r>
              <a:rPr lang="en-US" sz="2000" dirty="0" err="1"/>
              <a:t>dominasi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</a:t>
            </a:r>
            <a:r>
              <a:rPr lang="en-US" sz="2000" dirty="0" err="1"/>
              <a:t>kriteria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 </a:t>
            </a:r>
            <a:r>
              <a:rPr lang="en-US" sz="2000" dirty="0" err="1"/>
              <a:t>kriteria</a:t>
            </a:r>
            <a:r>
              <a:rPr lang="en-US" sz="2000" dirty="0"/>
              <a:t> </a:t>
            </a:r>
            <a:r>
              <a:rPr lang="en-US" sz="2000" dirty="0" err="1"/>
              <a:t>lainnya</a:t>
            </a:r>
            <a:r>
              <a:rPr lang="en-US" sz="2000" dirty="0"/>
              <a:t> </a:t>
            </a:r>
            <a:r>
              <a:rPr lang="en-US" sz="2000" dirty="0" err="1"/>
              <a:t>hanya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skala</a:t>
            </a:r>
            <a:r>
              <a:rPr lang="en-US" sz="2000" dirty="0"/>
              <a:t> yang </a:t>
            </a:r>
            <a:r>
              <a:rPr lang="en-US" sz="2000" dirty="0" err="1"/>
              <a:t>berbeda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4937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3DEB-27C1-9E47-BAE6-724DB274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60000" cy="6380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Teknik </a:t>
            </a:r>
            <a:r>
              <a:rPr lang="en-US" b="1" dirty="0" err="1"/>
              <a:t>Normalisasi</a:t>
            </a:r>
            <a:r>
              <a:rPr lang="en-US" b="1" dirty="0"/>
              <a:t> (1)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45A8-98D8-2448-AC2C-224D33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0EDE90-F225-4645-8DA2-E4158460E3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566314"/>
                  </p:ext>
                </p:extLst>
              </p:nvPr>
            </p:nvGraphicFramePr>
            <p:xfrm>
              <a:off x="1811524" y="1457261"/>
              <a:ext cx="8568952" cy="33093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1534535442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24790150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648256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d-ID" dirty="0"/>
                            <a:t>Tipe Normalisasi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Benefit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Cost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1477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Simple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&gt;0 </m:t>
                                </m:r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0692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Nijkamp’s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5654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907430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Max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min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⁡(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71255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0EDE90-F225-4645-8DA2-E4158460E3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566314"/>
                  </p:ext>
                </p:extLst>
              </p:nvPr>
            </p:nvGraphicFramePr>
            <p:xfrm>
              <a:off x="1811524" y="1457261"/>
              <a:ext cx="8568952" cy="33093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1534535442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24790150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648256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d-ID" dirty="0"/>
                            <a:t>Tipe Normalisasi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Benefit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Cost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147704"/>
                      </a:ext>
                    </a:extLst>
                  </a:tr>
                  <a:tr h="699199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Simple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824" t="-57391" r="-100551" b="-3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116" t="-57391" r="-737" b="-3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0692710"/>
                      </a:ext>
                    </a:extLst>
                  </a:tr>
                  <a:tr h="762826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Nijkamp’s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824" t="-144800" r="-100551" b="-19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116" t="-144800" r="-737" b="-19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5654324"/>
                      </a:ext>
                    </a:extLst>
                  </a:tr>
                  <a:tr h="713677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Max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824" t="-261538" r="-100551" b="-1094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116" t="-261538" r="-737" b="-1094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0743096"/>
                      </a:ext>
                    </a:extLst>
                  </a:tr>
                  <a:tr h="762826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Max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824" t="-338400" r="-100551" b="-2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9116" t="-338400" r="-737" b="-24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71255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EB3FE-47E6-4047-A74E-4D62E28FC2B2}"/>
                  </a:ext>
                </a:extLst>
              </p:cNvPr>
              <p:cNvSpPr txBox="1"/>
              <p:nvPr/>
            </p:nvSpPr>
            <p:spPr>
              <a:xfrm>
                <a:off x="1811524" y="4883172"/>
                <a:ext cx="5590697" cy="1156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𝑛𝑜𝑟𝑚𝑎𝑙𝑖𝑠𝑎𝑠𝑖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𝑝𝑎𝑑𝑎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id-ID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𝑎𝑠𝑙𝑖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𝑝𝑎𝑑𝑎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𝑚𝑎𝑘𝑠𝑚𝑎𝑙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𝑑𝑎𝑟𝑖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𝑠𝑒𝑚𝑢𝑎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</m:oMath>
                  </m:oMathPara>
                </a14:m>
                <a:endParaRPr lang="id-ID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𝑚𝑎𝑛𝑖𝑚𝑎𝑙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𝑑𝑎𝑟𝑖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𝑠𝑒𝑚𝑢𝑎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</m:oMath>
                  </m:oMathPara>
                </a14:m>
                <a:endParaRPr lang="id-ID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EB3FE-47E6-4047-A74E-4D62E28FC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24" y="4883172"/>
                <a:ext cx="5590697" cy="1156470"/>
              </a:xfrm>
              <a:prstGeom prst="rect">
                <a:avLst/>
              </a:prstGeom>
              <a:blipFill>
                <a:blip r:embed="rId3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838200" y="980153"/>
            <a:ext cx="5911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000" dirty="0"/>
              <a:t>Metode Normalisasi yang Umum Digunakan dalam SPK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05881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3DEB-27C1-9E47-BAE6-724DB2740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360000" cy="638052"/>
          </a:xfrm>
        </p:spPr>
        <p:txBody>
          <a:bodyPr>
            <a:normAutofit fontScale="90000"/>
          </a:bodyPr>
          <a:lstStyle/>
          <a:p>
            <a:r>
              <a:rPr lang="en-US" dirty="0"/>
              <a:t>Teknik </a:t>
            </a:r>
            <a:r>
              <a:rPr lang="en-US" dirty="0" err="1"/>
              <a:t>Normalisasi</a:t>
            </a:r>
            <a:r>
              <a:rPr lang="en-US" dirty="0"/>
              <a:t> (2)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545A8-98D8-2448-AC2C-224D33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1C556-EF27-2A4E-A62D-F2485CF7F379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EB3FE-47E6-4047-A74E-4D62E28FC2B2}"/>
                  </a:ext>
                </a:extLst>
              </p:cNvPr>
              <p:cNvSpPr txBox="1"/>
              <p:nvPr/>
            </p:nvSpPr>
            <p:spPr>
              <a:xfrm>
                <a:off x="1811524" y="4226225"/>
                <a:ext cx="5590697" cy="11564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𝑛𝑜𝑟𝑚𝑎𝑙𝑖𝑠𝑎𝑠𝑖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𝑝𝑎𝑑𝑎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id-ID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𝑎𝑠𝑙𝑖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𝑝𝑎𝑑𝑎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𝑚𝑎𝑘𝑠𝑚𝑎𝑙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𝑑𝑎𝑟𝑖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𝑠𝑒𝑚𝑢𝑎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</m:oMath>
                  </m:oMathPara>
                </a14:m>
                <a:endParaRPr lang="id-ID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𝑁𝑖𝑙𝑎𝑖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𝑚𝑎𝑛𝑖𝑚𝑎𝑙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𝑘𝑟𝑖𝑡𝑒𝑟𝑖𝑎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𝑑𝑎𝑟𝑖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𝑠𝑒𝑚𝑢𝑎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𝑎𝑙𝑡𝑒𝑟𝑛𝑎𝑡𝑖𝑓</m:t>
                      </m:r>
                    </m:oMath>
                  </m:oMathPara>
                </a14:m>
                <a:endParaRPr lang="id-ID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5EB3FE-47E6-4047-A74E-4D62E28FC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524" y="4226225"/>
                <a:ext cx="5590697" cy="1156470"/>
              </a:xfrm>
              <a:prstGeom prst="rect">
                <a:avLst/>
              </a:prstGeom>
              <a:blipFill>
                <a:blip r:embed="rId2"/>
                <a:stretch>
                  <a:fillRect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1623E0B-35C0-2149-B7E7-E20B6E51D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0767629"/>
                  </p:ext>
                </p:extLst>
              </p:nvPr>
            </p:nvGraphicFramePr>
            <p:xfrm>
              <a:off x="1811524" y="1650542"/>
              <a:ext cx="8568952" cy="23293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1534535442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24790150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648256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d-ID" dirty="0"/>
                            <a:t>Tipe Normalisasi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Benefit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Cost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1477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type m:val="skw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limLoc m:val="subSup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5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  <m:e>
                                        <m:f>
                                          <m:fPr>
                                            <m:type m:val="skw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906927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Vector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normalization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5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nary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nary>
                                          <m:naryPr>
                                            <m:chr m:val="∑"/>
                                            <m:limLoc m:val="subSup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25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p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𝑖𝑗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bSup>
                                          </m:e>
                                        </m:nary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60070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1623E0B-35C0-2149-B7E7-E20B6E51DD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0767629"/>
                  </p:ext>
                </p:extLst>
              </p:nvPr>
            </p:nvGraphicFramePr>
            <p:xfrm>
              <a:off x="1811524" y="1650542"/>
              <a:ext cx="8568952" cy="23293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44216">
                      <a:extLst>
                        <a:ext uri="{9D8B030D-6E8A-4147-A177-3AD203B41FA5}">
                          <a16:colId xmlns:a16="http://schemas.microsoft.com/office/drawing/2014/main" val="1534535442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247901505"/>
                        </a:ext>
                      </a:extLst>
                    </a:gridCol>
                    <a:gridCol w="3312368">
                      <a:extLst>
                        <a:ext uri="{9D8B030D-6E8A-4147-A177-3AD203B41FA5}">
                          <a16:colId xmlns:a16="http://schemas.microsoft.com/office/drawing/2014/main" val="364825629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d-ID" dirty="0"/>
                            <a:t>Tipe Normalisasi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Benefit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id-ID" dirty="0" err="1"/>
                            <a:t>Cost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Attribute</a:t>
                          </a:r>
                          <a:endParaRPr lang="id-ID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147704"/>
                      </a:ext>
                    </a:extLst>
                  </a:tr>
                  <a:tr h="1002602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/>
                            <a:t>Linear Sum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397" t="-48750" r="-100382" b="-1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004" t="-48750" r="-766" b="-1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0692710"/>
                      </a:ext>
                    </a:extLst>
                  </a:tr>
                  <a:tr h="955929">
                    <a:tc>
                      <a:txBody>
                        <a:bodyPr/>
                        <a:lstStyle/>
                        <a:p>
                          <a:pPr marL="0" indent="0">
                            <a:tabLst/>
                          </a:pPr>
                          <a:r>
                            <a:rPr lang="id-ID" dirty="0" err="1"/>
                            <a:t>Vector</a:t>
                          </a:r>
                          <a:r>
                            <a:rPr lang="id-ID" dirty="0"/>
                            <a:t> </a:t>
                          </a:r>
                          <a:r>
                            <a:rPr lang="id-ID" dirty="0" err="1"/>
                            <a:t>normalization</a:t>
                          </a:r>
                          <a:endParaRPr lang="id-ID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8397" t="-156579" r="-100382" b="-5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9004" t="-156579" r="-766" b="-5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60070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/>
          <p:cNvSpPr/>
          <p:nvPr/>
        </p:nvSpPr>
        <p:spPr>
          <a:xfrm>
            <a:off x="838200" y="980153"/>
            <a:ext cx="5911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sz="2000" dirty="0"/>
              <a:t>Metode Normalisasi yang Umum Digunakan dalam SPK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67583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Studi </a:t>
            </a:r>
            <a:r>
              <a:rPr b="1" dirty="0" err="1"/>
              <a:t>Kasus</a:t>
            </a:r>
            <a:r>
              <a:rPr b="1" dirty="0"/>
              <a:t> Mini (</a:t>
            </a:r>
            <a:r>
              <a:rPr b="1" dirty="0" err="1"/>
              <a:t>Diskusi</a:t>
            </a:r>
            <a:r>
              <a:rPr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Kasus: Menentukan Asisten Lab Terbaik</a:t>
            </a:r>
          </a:p>
          <a:p>
            <a:pPr>
              <a:defRPr sz="2400"/>
            </a:pPr>
            <a:r>
              <a:t>Alternatif: Kandidat A, B, C</a:t>
            </a:r>
          </a:p>
          <a:p>
            <a:pPr>
              <a:defRPr sz="2400"/>
            </a:pPr>
            <a:r>
              <a:t>Kriteria (contoh)</a:t>
            </a:r>
          </a:p>
          <a:p>
            <a:pPr lvl="1">
              <a:defRPr sz="2000"/>
            </a:pPr>
            <a:r>
              <a:t>IPK (Benefit)</a:t>
            </a:r>
          </a:p>
          <a:p>
            <a:pPr lvl="1">
              <a:defRPr sz="2000"/>
            </a:pPr>
            <a:r>
              <a:t>Pengalaman (Benefit)</a:t>
            </a:r>
          </a:p>
          <a:p>
            <a:pPr lvl="1">
              <a:defRPr sz="2000"/>
            </a:pPr>
            <a:r>
              <a:t>Kedisiplinan (Benefit)</a:t>
            </a:r>
          </a:p>
          <a:p>
            <a:pPr lvl="1">
              <a:defRPr sz="2000"/>
            </a:pPr>
            <a:r>
              <a:t>Jarak rumah (Cost)</a:t>
            </a:r>
          </a:p>
          <a:p>
            <a:pPr>
              <a:defRPr sz="2400"/>
            </a:pPr>
            <a:r>
              <a:t>Tugas: tentukan decision maker dan usulkan bobot sederhana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Ringkasan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MCDM membantu keputusan dengan banyak kriteria yang saling konflik</a:t>
            </a:r>
          </a:p>
          <a:p>
            <a:pPr>
              <a:defRPr sz="2400"/>
            </a:pPr>
            <a:r>
              <a:t>Elemen utama: decision maker, kriteria, bobot, alternatif</a:t>
            </a:r>
          </a:p>
          <a:p>
            <a:pPr>
              <a:defRPr sz="2400"/>
            </a:pPr>
            <a:r>
              <a:t>Masalah dimodelkan dalam struktur formal (matriks keputusan)</a:t>
            </a:r>
          </a:p>
          <a:p>
            <a:pPr>
              <a:defRPr sz="2400"/>
            </a:pPr>
            <a:r>
              <a:t>Pertemuan berikutnya: pembobotan &amp; perankingan (mulai SAW/WP)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3125</TotalTime>
  <Words>1523</Words>
  <Application>Microsoft Office PowerPoint</Application>
  <PresentationFormat>Widescreen</PresentationFormat>
  <Paragraphs>275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Caveat</vt:lpstr>
      <vt:lpstr>MV Boli</vt:lpstr>
      <vt:lpstr>Tahoma</vt:lpstr>
      <vt:lpstr>Wingdings</vt:lpstr>
      <vt:lpstr>Office Theme</vt:lpstr>
      <vt:lpstr>SISTEM PENDUKUNG KEPUTUSAN (SPK)  Konsep  Multi-Criteria Decision Making (MCDM)  &amp;  Komponen Utama dalam SPK </vt:lpstr>
      <vt:lpstr>Tujuan Pembelajaran</vt:lpstr>
      <vt:lpstr>PowerPoint Presentation</vt:lpstr>
      <vt:lpstr>Contoh Kasus: Pemilihan Komputer untuk Laboratorium Jurusan TI</vt:lpstr>
      <vt:lpstr>Kenapa MCDM Dibutuhkan?</vt:lpstr>
      <vt:lpstr>Ilustrasi Konflik Antar Kriteria</vt:lpstr>
      <vt:lpstr>PowerPoint Presentation</vt:lpstr>
      <vt:lpstr>Multi-Criteria Decision Making (MCDM)</vt:lpstr>
      <vt:lpstr>Apa itu Multi-criteria Decision Making (MCDM)?</vt:lpstr>
      <vt:lpstr>Klasifikasi MCDM</vt:lpstr>
      <vt:lpstr>PowerPoint Presentation</vt:lpstr>
      <vt:lpstr>Elemen 1 — Decision Maker</vt:lpstr>
      <vt:lpstr>Elemen 2 — Alternatif</vt:lpstr>
      <vt:lpstr>Elemen 3 — Kriteria</vt:lpstr>
      <vt:lpstr>Elemen 4 — Bobot</vt:lpstr>
      <vt:lpstr>Langkah Pengambilan Keputusan Pada MADM</vt:lpstr>
      <vt:lpstr>Matriks Keputusan</vt:lpstr>
      <vt:lpstr>Matriks Keputusan</vt:lpstr>
      <vt:lpstr>Teknik Normalisasi</vt:lpstr>
      <vt:lpstr>Teknik Normalisasi (1)</vt:lpstr>
      <vt:lpstr>Teknik Normalisasi (2)</vt:lpstr>
      <vt:lpstr>Studi Kasus Mini (Diskusi)</vt:lpstr>
      <vt:lpstr>Ringkasan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Afif Hendrawan</dc:creator>
  <cp:lastModifiedBy>rosiani@polinema.ac.id</cp:lastModifiedBy>
  <cp:revision>24</cp:revision>
  <dcterms:created xsi:type="dcterms:W3CDTF">2021-08-30T06:37:21Z</dcterms:created>
  <dcterms:modified xsi:type="dcterms:W3CDTF">2026-02-18T16:31:27Z</dcterms:modified>
</cp:coreProperties>
</file>